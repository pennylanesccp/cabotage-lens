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4a0864877f44a1" /><Relationship Type="http://schemas.openxmlformats.org/officeDocument/2006/relationships/extended-properties" Target="/docProps/app.xml" Id="R2c6abc35a64b4ed1" /><Relationship Type="http://schemas.openxmlformats.org/officeDocument/2006/relationships/officeDocument" Target="/ppt/presentation.xml" Id="R4aa0b83add724868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42a49dc995f4981"/>
  </p:sldMasterIdLst>
  <p:notesMasterIdLst>
    <p:notesMasterId xmlns:r="http://schemas.openxmlformats.org/officeDocument/2006/relationships" r:id="R51efed695c7b4492"/>
  </p:notesMasterIdLst>
  <p:sldIdLst>
    <p:sldId xmlns:r="http://schemas.openxmlformats.org/officeDocument/2006/relationships" id="256" r:id="Rf6d7141cdbdb46f3"/>
    <p:sldId xmlns:r="http://schemas.openxmlformats.org/officeDocument/2006/relationships" id="257" r:id="R52bde63234fd4382"/>
    <p:sldId xmlns:r="http://schemas.openxmlformats.org/officeDocument/2006/relationships" id="258" r:id="Re08131e4b6ec4802"/>
    <p:sldId xmlns:r="http://schemas.openxmlformats.org/officeDocument/2006/relationships" id="259" r:id="R32458229077d47e6"/>
    <p:sldId xmlns:r="http://schemas.openxmlformats.org/officeDocument/2006/relationships" id="260" r:id="R161202cd79af4fdd"/>
    <p:sldId xmlns:r="http://schemas.openxmlformats.org/officeDocument/2006/relationships" id="261" r:id="R57accb36ad4c4b19"/>
    <p:sldId xmlns:r="http://schemas.openxmlformats.org/officeDocument/2006/relationships" id="262" r:id="R4e8b4fff3bf04fdb"/>
    <p:sldId xmlns:r="http://schemas.openxmlformats.org/officeDocument/2006/relationships" id="263" r:id="Rd203ac5ae6704578"/>
    <p:sldId xmlns:r="http://schemas.openxmlformats.org/officeDocument/2006/relationships" id="264" r:id="R0c067e419e8e46c7"/>
    <p:sldId xmlns:r="http://schemas.openxmlformats.org/officeDocument/2006/relationships" id="265" r:id="R1d221106201649eb"/>
  </p:sldIdLst>
  <p:sldSz cx="9144000" cy="5143500"/>
  <p:notesSz cx="6858000" cy="9144000"/>
  <p:embeddedFontLst>
    <p:embeddedFont>
      <p:font typeface="Anaheim"/>
      <p:regular xmlns:r="http://schemas.openxmlformats.org/officeDocument/2006/relationships" r:id="R925be6180d0544da"/>
      <p:bold xmlns:r="http://schemas.openxmlformats.org/officeDocument/2006/relationships" r:id="Rdcc141dab3684b19"/>
    </p:embeddedFont>
    <p:embeddedFont>
      <p:font typeface="Cambria Math"/>
      <p:regular xmlns:r="http://schemas.openxmlformats.org/officeDocument/2006/relationships" r:id="Rab6bed4a640342fa"/>
    </p:embeddedFont>
    <p:embeddedFont>
      <p:font typeface="Nunito Light"/>
      <p:regular xmlns:r="http://schemas.openxmlformats.org/officeDocument/2006/relationships" r:id="Rac5eabd2183c4a2f"/>
      <p:italic xmlns:r="http://schemas.openxmlformats.org/officeDocument/2006/relationships" r:id="Rcc7d7ff685d14dbb"/>
    </p:embeddedFont>
    <p:embeddedFont>
      <p:font typeface="Poppins"/>
      <p:regular xmlns:r="http://schemas.openxmlformats.org/officeDocument/2006/relationships" r:id="Rc50ab7e4aae64779"/>
      <p:bold xmlns:r="http://schemas.openxmlformats.org/officeDocument/2006/relationships" r:id="Re217378e8c67429f"/>
      <p:italic xmlns:r="http://schemas.openxmlformats.org/officeDocument/2006/relationships" r:id="R91ec62f171db443c"/>
      <p:boldItalic xmlns:r="http://schemas.openxmlformats.org/officeDocument/2006/relationships" r:id="Ree049540aecd4b34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F3E31DBF-9C51-4A74-9153-B9460B38124B}">
  <a:tblStyle styleId="{F3E31DBF-9C51-4A74-9153-B9460B381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EDEAD7-B31A-4875-943C-D064B1FDED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4da32edb804508" /><Relationship Type="http://schemas.openxmlformats.org/officeDocument/2006/relationships/slideMaster" Target="/ppt/slideMasters/slideMaster1.xml" Id="R342a49dc995f4981" /><Relationship Type="http://schemas.openxmlformats.org/officeDocument/2006/relationships/notesMaster" Target="/ppt/notesMasters/notesMaster1.xml" Id="R51efed695c7b4492" /><Relationship Type="http://schemas.openxmlformats.org/officeDocument/2006/relationships/presProps" Target="/ppt/presProps.xml" Id="Rb3a4a7c70ff44904" /><Relationship Type="http://schemas.openxmlformats.org/officeDocument/2006/relationships/viewProps" Target="/ppt/viewProps.xml" Id="Rc4f9403c0dbe4ea6" /><Relationship Type="http://schemas.openxmlformats.org/officeDocument/2006/relationships/tableStyles" Target="/ppt/tableStyles.xml" Id="Rc5b68a7c9e30403c" /><Relationship Type="http://schemas.openxmlformats.org/officeDocument/2006/relationships/font" Target="/ppt/fonts/font.dat" Id="R925be6180d0544da" /><Relationship Type="http://schemas.openxmlformats.org/officeDocument/2006/relationships/font" Target="/ppt/fonts/font2.dat" Id="Rdcc141dab3684b19" /><Relationship Type="http://schemas.openxmlformats.org/officeDocument/2006/relationships/font" Target="/ppt/fonts/font3.dat" Id="Rab6bed4a640342fa" /><Relationship Type="http://schemas.openxmlformats.org/officeDocument/2006/relationships/font" Target="/ppt/fonts/font4.dat" Id="Rac5eabd2183c4a2f" /><Relationship Type="http://schemas.openxmlformats.org/officeDocument/2006/relationships/font" Target="/ppt/fonts/font5.dat" Id="Rcc7d7ff685d14dbb" /><Relationship Type="http://schemas.openxmlformats.org/officeDocument/2006/relationships/font" Target="/ppt/fonts/font6.dat" Id="Rc50ab7e4aae64779" /><Relationship Type="http://schemas.openxmlformats.org/officeDocument/2006/relationships/font" Target="/ppt/fonts/font7.dat" Id="Re217378e8c67429f" /><Relationship Type="http://schemas.openxmlformats.org/officeDocument/2006/relationships/font" Target="/ppt/fonts/font8.dat" Id="R91ec62f171db443c" /><Relationship Type="http://schemas.openxmlformats.org/officeDocument/2006/relationships/font" Target="/ppt/fonts/font9.dat" Id="Ree049540aecd4b34" /><Relationship Type="http://schemas.openxmlformats.org/officeDocument/2006/relationships/slide" Target="/ppt/slides/slide1.xml" Id="Rf6d7141cdbdb46f3" /><Relationship Type="http://schemas.openxmlformats.org/officeDocument/2006/relationships/slide" Target="/ppt/slides/slide2.xml" Id="R52bde63234fd4382" /><Relationship Type="http://schemas.openxmlformats.org/officeDocument/2006/relationships/slide" Target="/ppt/slides/slide3.xml" Id="Re08131e4b6ec4802" /><Relationship Type="http://schemas.openxmlformats.org/officeDocument/2006/relationships/slide" Target="/ppt/slides/slide4.xml" Id="R32458229077d47e6" /><Relationship Type="http://schemas.openxmlformats.org/officeDocument/2006/relationships/slide" Target="/ppt/slides/slide5.xml" Id="R161202cd79af4fdd" /><Relationship Type="http://schemas.openxmlformats.org/officeDocument/2006/relationships/slide" Target="/ppt/slides/slide6.xml" Id="R57accb36ad4c4b19" /><Relationship Type="http://schemas.openxmlformats.org/officeDocument/2006/relationships/slide" Target="/ppt/slides/slide7.xml" Id="R4e8b4fff3bf04fdb" /><Relationship Type="http://schemas.openxmlformats.org/officeDocument/2006/relationships/slide" Target="/ppt/slides/slide8.xml" Id="Rd203ac5ae6704578" /><Relationship Type="http://schemas.openxmlformats.org/officeDocument/2006/relationships/slide" Target="/ppt/slides/slide9.xml" Id="R0c067e419e8e46c7" /><Relationship Type="http://schemas.openxmlformats.org/officeDocument/2006/relationships/slide" Target="/ppt/slides/slide10.xml" Id="R1d221106201649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4fc0e911347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8a95400e31497f" /><Relationship Type="http://schemas.openxmlformats.org/officeDocument/2006/relationships/notesMaster" Target="/ppt/notesMasters/notesMaster1.xml" Id="R04ffbcc9465845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7775bcef74fb0" /><Relationship Type="http://schemas.openxmlformats.org/officeDocument/2006/relationships/notesMaster" Target="/ppt/notesMasters/notesMaster1.xml" Id="Rc7a9372b15b4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c29d637ff6427f" /><Relationship Type="http://schemas.openxmlformats.org/officeDocument/2006/relationships/notesMaster" Target="/ppt/notesMasters/notesMaster1.xml" Id="R7176f6ce3f0749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fafeb8c734ab2" /><Relationship Type="http://schemas.openxmlformats.org/officeDocument/2006/relationships/notesMaster" Target="/ppt/notesMasters/notesMaster1.xml" Id="R8021c92cda1c4d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05a430b7a4e34" /><Relationship Type="http://schemas.openxmlformats.org/officeDocument/2006/relationships/notesMaster" Target="/ppt/notesMasters/notesMaster1.xml" Id="R1e537bc9755647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f76384ac4245b9" /><Relationship Type="http://schemas.openxmlformats.org/officeDocument/2006/relationships/notesMaster" Target="/ppt/notesMasters/notesMaster1.xml" Id="R7e86831fcb17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447919a03b4dfe" /><Relationship Type="http://schemas.openxmlformats.org/officeDocument/2006/relationships/notesMaster" Target="/ppt/notesMasters/notesMaster1.xml" Id="Re0df78ef102e4d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403eafd8484aee" /><Relationship Type="http://schemas.openxmlformats.org/officeDocument/2006/relationships/notesMaster" Target="/ppt/notesMasters/notesMaster1.xml" Id="R0a0d279c8ff74d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4f60c5612a4a86" /><Relationship Type="http://schemas.openxmlformats.org/officeDocument/2006/relationships/notesMaster" Target="/ppt/notesMasters/notesMaster1.xml" Id="R691b94670a5542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e2a06b0b1c48e3" /><Relationship Type="http://schemas.openxmlformats.org/officeDocument/2006/relationships/notesMaster" Target="/ppt/notesMasters/notesMaster1.xml" Id="R3d43ba726713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b43850fb34ac3" /><Relationship Type="http://schemas.openxmlformats.org/officeDocument/2006/relationships/image" Target="/ppt/media/image.png" Id="R8548f049f9d746f8" /><Relationship Type="http://schemas.openxmlformats.org/officeDocument/2006/relationships/image" Target="/ppt/media/image2.png" Id="R0a47a007188d49fc" /><Relationship Type="http://schemas.openxmlformats.org/officeDocument/2006/relationships/image" Target="/ppt/media/image3.png" Id="R0827b75f62c24b0e" /><Relationship Type="http://schemas.openxmlformats.org/officeDocument/2006/relationships/image" Target="/ppt/media/image4.png" Id="R0a5844749e1a4f8f" /><Relationship Type="http://schemas.openxmlformats.org/officeDocument/2006/relationships/image" Target="/ppt/media/image5.png" Id="R5e6168fdf4614de0" /><Relationship Type="http://schemas.openxmlformats.org/officeDocument/2006/relationships/image" Target="/ppt/media/image6.png" Id="Rd1c58ebd029b47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adbdc3f6f4147" /><Relationship Type="http://schemas.openxmlformats.org/officeDocument/2006/relationships/image" Target="/ppt/media/image.png" Id="R8a6146677aa7475c" /><Relationship Type="http://schemas.openxmlformats.org/officeDocument/2006/relationships/image" Target="/ppt/media/image5.png" Id="R66bd8568df8740df" /><Relationship Type="http://schemas.openxmlformats.org/officeDocument/2006/relationships/image" Target="/ppt/media/image7.png" Id="R912a8222dcfb4de9" /><Relationship Type="http://schemas.openxmlformats.org/officeDocument/2006/relationships/image" Target="/ppt/media/image4.png" Id="Rae80d15b9d52415a" /><Relationship Type="http://schemas.openxmlformats.org/officeDocument/2006/relationships/image" Target="/ppt/media/image3.png" Id="R1059824537ae4d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4c7f1a7524a73" /><Relationship Type="http://schemas.openxmlformats.org/officeDocument/2006/relationships/image" Target="/ppt/media/image.png" Id="R258c642e88034220" /><Relationship Type="http://schemas.openxmlformats.org/officeDocument/2006/relationships/image" Target="/ppt/media/image8.png" Id="R337a615a47fb4011" /><Relationship Type="http://schemas.openxmlformats.org/officeDocument/2006/relationships/image" Target="/ppt/media/image6.png" Id="Rf878c019cfb444e4" /><Relationship Type="http://schemas.openxmlformats.org/officeDocument/2006/relationships/image" Target="/ppt/media/image2.png" Id="Ra4bbf1c8115b40c9" /><Relationship Type="http://schemas.openxmlformats.org/officeDocument/2006/relationships/image" Target="/ppt/media/image3.png" Id="Rc9c46681fd1544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aef1c0257483d" /><Relationship Type="http://schemas.openxmlformats.org/officeDocument/2006/relationships/image" Target="/ppt/media/image.png" Id="R473ff4f0c3df44a8" /><Relationship Type="http://schemas.openxmlformats.org/officeDocument/2006/relationships/image" Target="/ppt/media/image5.png" Id="R2c2a6ce3f0cb4fe9" /><Relationship Type="http://schemas.openxmlformats.org/officeDocument/2006/relationships/image" Target="/ppt/media/image6.png" Id="R8d253953440545d6" /><Relationship Type="http://schemas.openxmlformats.org/officeDocument/2006/relationships/image" Target="/ppt/media/image2.png" Id="R832be94840e8447e" /><Relationship Type="http://schemas.openxmlformats.org/officeDocument/2006/relationships/image" Target="/ppt/media/image3.png" Id="R60501f6bbf094c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2ca22a5294d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d5d41c1da44f6" /><Relationship Type="http://schemas.openxmlformats.org/officeDocument/2006/relationships/image" Target="/ppt/media/image.png" Id="R52781afe73d847e4" /><Relationship Type="http://schemas.openxmlformats.org/officeDocument/2006/relationships/image" Target="/ppt/media/image8.png" Id="Re674049aec094bb4" /><Relationship Type="http://schemas.openxmlformats.org/officeDocument/2006/relationships/image" Target="/ppt/media/image5.png" Id="R0d8911085b5c4f77" /><Relationship Type="http://schemas.openxmlformats.org/officeDocument/2006/relationships/image" Target="/ppt/media/image6.png" Id="R42e1c3f4f4d8496f" /><Relationship Type="http://schemas.openxmlformats.org/officeDocument/2006/relationships/image" Target="/ppt/media/image2.png" Id="Rdbdaba889e0a4a9e" /><Relationship Type="http://schemas.openxmlformats.org/officeDocument/2006/relationships/image" Target="/ppt/media/image3.png" Id="R37492de8da774437" /><Relationship Type="http://schemas.openxmlformats.org/officeDocument/2006/relationships/image" Target="/ppt/media/image4.png" Id="Rbec98ee2531645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d9892692d4d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0b7b3a4364b4d" /><Relationship Type="http://schemas.openxmlformats.org/officeDocument/2006/relationships/image" Target="/ppt/media/image.png" Id="R160ec08267c14d26" /><Relationship Type="http://schemas.openxmlformats.org/officeDocument/2006/relationships/image" Target="/ppt/media/image8.png" Id="R0e4533332b3d4b6b" /><Relationship Type="http://schemas.openxmlformats.org/officeDocument/2006/relationships/image" Target="/ppt/media/image6.png" Id="R3dca0f8287484040" /><Relationship Type="http://schemas.openxmlformats.org/officeDocument/2006/relationships/image" Target="/ppt/media/image2.png" Id="Rf5e3775cb9f24249" /><Relationship Type="http://schemas.openxmlformats.org/officeDocument/2006/relationships/image" Target="/ppt/media/image3.png" Id="Rd3fa822dfe6f468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f1c07aefb2474e" /><Relationship Type="http://schemas.openxmlformats.org/officeDocument/2006/relationships/image" Target="/ppt/media/image.png" Id="R7f62f17fd25741bd" /><Relationship Type="http://schemas.openxmlformats.org/officeDocument/2006/relationships/image" Target="/ppt/media/image5.png" Id="Re936666c05cd457e" /><Relationship Type="http://schemas.openxmlformats.org/officeDocument/2006/relationships/image" Target="/ppt/media/image7.png" Id="Rf24e0c6bf864441f" /><Relationship Type="http://schemas.openxmlformats.org/officeDocument/2006/relationships/image" Target="/ppt/media/image4.png" Id="Rcc3391b084e84fb4" /><Relationship Type="http://schemas.openxmlformats.org/officeDocument/2006/relationships/image" Target="/ppt/media/image3.png" Id="R4a5e8162d47d407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16c2bdbbb4f67" /><Relationship Type="http://schemas.openxmlformats.org/officeDocument/2006/relationships/image" Target="/ppt/media/image.png" Id="R4638592bb42748ec" /><Relationship Type="http://schemas.openxmlformats.org/officeDocument/2006/relationships/image" Target="/ppt/media/image5.png" Id="R2f998f0c1d5341d6" /><Relationship Type="http://schemas.openxmlformats.org/officeDocument/2006/relationships/image" Target="/ppt/media/image6.png" Id="R91409ebd7c8c4668" /><Relationship Type="http://schemas.openxmlformats.org/officeDocument/2006/relationships/image" Target="/ppt/media/image2.png" Id="R5acdea2145f940fe" /><Relationship Type="http://schemas.openxmlformats.org/officeDocument/2006/relationships/image" Target="/ppt/media/image3.png" Id="Rcc213ae11dae4d5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5b5143cf34f15" /><Relationship Type="http://schemas.openxmlformats.org/officeDocument/2006/relationships/image" Target="/ppt/media/image.png" Id="R9898f95f59794c65" /><Relationship Type="http://schemas.openxmlformats.org/officeDocument/2006/relationships/image" Target="/ppt/media/image4.png" Id="R14349ba3a50841a5" /><Relationship Type="http://schemas.openxmlformats.org/officeDocument/2006/relationships/image" Target="/ppt/media/image3.png" Id="R9942bce55ead4ad8" /><Relationship Type="http://schemas.openxmlformats.org/officeDocument/2006/relationships/image" Target="/ppt/media/image8.png" Id="Re038b3603e7342e5" /><Relationship Type="http://schemas.openxmlformats.org/officeDocument/2006/relationships/image" Target="/ppt/media/image5.png" Id="R830f8c989fdf4b2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b4cdfb617416c" /><Relationship Type="http://schemas.openxmlformats.org/officeDocument/2006/relationships/image" Target="/ppt/media/image.png" Id="Rc338ac6b58914af2" /><Relationship Type="http://schemas.openxmlformats.org/officeDocument/2006/relationships/image" Target="/ppt/media/image7.png" Id="R42bb223b88734d3a" /><Relationship Type="http://schemas.openxmlformats.org/officeDocument/2006/relationships/image" Target="/ppt/media/image5.png" Id="R22ccdefe464b438c" /><Relationship Type="http://schemas.openxmlformats.org/officeDocument/2006/relationships/image" Target="/ppt/media/image3.png" Id="R73f5957b842541d2" /><Relationship Type="http://schemas.openxmlformats.org/officeDocument/2006/relationships/image" Target="/ppt/media/image4.png" Id="R320066d8abfd4c1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9aa0410b84cd6" /><Relationship Type="http://schemas.openxmlformats.org/officeDocument/2006/relationships/image" Target="/ppt/media/image.png" Id="R642e445647084330" /><Relationship Type="http://schemas.openxmlformats.org/officeDocument/2006/relationships/image" Target="/ppt/media/image4.png" Id="R37bbb0e7eaee4466" /><Relationship Type="http://schemas.openxmlformats.org/officeDocument/2006/relationships/image" Target="/ppt/media/image3.png" Id="R4c9031cee22d4415" /><Relationship Type="http://schemas.openxmlformats.org/officeDocument/2006/relationships/image" Target="/ppt/media/image5.png" Id="Rc45c7b64712f4829" /><Relationship Type="http://schemas.openxmlformats.org/officeDocument/2006/relationships/image" Target="/ppt/media/image6.png" Id="Rf128ca9428ad458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9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8f049f9d746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81B97B48-4A42-4332-92D0-719B29294F9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FFD6B2F-B02D-44ED-A8FB-3D8BF6EBB2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pic>
        <p:nvPicPr>
          <p:cNvPr id="22" name="Google Shape;1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7a007188d49f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2641212" y="4619119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5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7b75f62c24b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307888" y="4849412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17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844749e1a4f8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25" y="1613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Google Shape;18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7b75f62c24b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8300" y="2482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Google Shape;20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168fdf4614de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99269" y="-740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Google Shape;21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58ebd029b474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19" y="38993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57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146677aa7475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DF018EDF-41DF-439C-98BD-0384E37F88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C15785F1-CEFD-4B37-99C7-9FA45581A6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60" name="Google Shape;60;p7">
            <a:extLst xmlns:a="http://schemas.openxmlformats.org/drawingml/2006/main">
              <a:ext uri="{FF2B5EF4-FFF2-40B4-BE49-F238E27FC236}">
                <a16:creationId xmlns:a16="http://schemas.microsoft.com/office/drawing/2014/main" id="{7310DEC1-1FB2-4E3B-BC97-AE74362A3E1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Google Shape;61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d8568df8740d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2a8222dcfb4de9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4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0d15b9d52415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65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9824537ae4d3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7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c642e8803422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633DA667-4CEC-40F5-92B5-1FD4FDE4F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7950" y="1307100"/>
            <a:ext cx="45081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pic>
        <p:nvPicPr>
          <p:cNvPr id="76" name="Google Shape;6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7a615a47fb4011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0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8c019cfb444e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2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bf1c8115b40c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73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46681fd1544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Google Shape;75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ff4f0c3df44a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" name="Google Shape;76;p9">
            <a:extLst xmlns:a="http://schemas.openxmlformats.org/drawingml/2006/main">
              <a:ext uri="{FF2B5EF4-FFF2-40B4-BE49-F238E27FC236}">
                <a16:creationId xmlns:a16="http://schemas.microsoft.com/office/drawing/2014/main" id="{0A0BB478-FD23-4FB2-923D-491696852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9">
            <a:extLst xmlns:a="http://schemas.openxmlformats.org/drawingml/2006/main">
              <a:ext uri="{FF2B5EF4-FFF2-40B4-BE49-F238E27FC236}">
                <a16:creationId xmlns:a16="http://schemas.microsoft.com/office/drawing/2014/main" id="{C97C4E80-AD01-490A-A890-E2B126023E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pic>
        <p:nvPicPr>
          <p:cNvPr id="86" name="Google Shape;7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a6ce3f0cb4fe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210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7" name="Google Shape;8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53953440545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8" name="Google Shape;82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be94840e8447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2100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9" name="Google Shape;83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01f6bbf094cb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0">
            <a:extLst xmlns:a="http://schemas.openxmlformats.org/drawingml/2006/main">
              <a:ext uri="{FF2B5EF4-FFF2-40B4-BE49-F238E27FC236}">
                <a16:creationId xmlns:a16="http://schemas.microsoft.com/office/drawing/2014/main" id="{AA7F3C82-3B04-41F1-9E33-A08803F5C09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Google Shape;86;p10">
            <a:extLst xmlns:a="http://schemas.openxmlformats.org/drawingml/2006/main">
              <a:ext uri="{FF2B5EF4-FFF2-40B4-BE49-F238E27FC236}">
                <a16:creationId xmlns:a16="http://schemas.microsoft.com/office/drawing/2014/main" id="{8AA2D0A8-460A-420D-A59B-ED29E3A205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0144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8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81afe73d847e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1FEF257D-7A59-400D-9E4A-447DAB90C8D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76500" y="1872450"/>
            <a:ext cx="4191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0" name="Google Shape;90;p11">
            <a:extLst xmlns:a="http://schemas.openxmlformats.org/drawingml/2006/main">
              <a:ext uri="{FF2B5EF4-FFF2-40B4-BE49-F238E27FC236}">
                <a16:creationId xmlns:a16="http://schemas.microsoft.com/office/drawing/2014/main" id="{F9E251EC-C368-47D3-8C4B-B0747225EB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76500" y="2839950"/>
            <a:ext cx="4191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pic>
        <p:nvPicPr>
          <p:cNvPr id="102" name="Google Shape;9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4049aec094bb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70784" y="263618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93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911085b5c4f7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7892450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94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1c3f4f4d8496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39067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7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aba889e0a4a9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2638561" y="4624325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9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92de8da7744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7305237" y="48546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0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98ee2531645b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5031" y="0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" name="Google Shape;10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92de8da7744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70156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matchingName="Title and text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25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ec08267c14d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4">
            <a:extLst xmlns:a="http://schemas.openxmlformats.org/drawingml/2006/main">
              <a:ext uri="{FF2B5EF4-FFF2-40B4-BE49-F238E27FC236}">
                <a16:creationId xmlns:a16="http://schemas.microsoft.com/office/drawing/2014/main" id="{E1FD7A21-5916-43BE-864E-865F7E6F7F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4">
            <a:extLst xmlns:a="http://schemas.openxmlformats.org/drawingml/2006/main">
              <a:ext uri="{FF2B5EF4-FFF2-40B4-BE49-F238E27FC236}">
                <a16:creationId xmlns:a16="http://schemas.microsoft.com/office/drawing/2014/main" id="{6F7D4822-33CA-4279-8A92-FD805A476B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 xmlns:a="http://schemas.openxmlformats.org/drawingml/2006/main"/>
        </p:txBody>
      </p:sp>
      <p:pic>
        <p:nvPicPr>
          <p:cNvPr id="136" name="Google Shape;12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4533332b3d4b6b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2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a0f828748404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3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3775cb9f2424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2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a822dfe6f468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Title and text 2">
  <p:cSld name="ONE_COLUMN_TEXT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9" name="Google Shape;134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2f17fd25741b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5FAD7F41-DF86-48B8-AD7C-19C53F2E7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36" name="Google Shape;136;p15">
            <a:extLst xmlns:a="http://schemas.openxmlformats.org/drawingml/2006/main">
              <a:ext uri="{FF2B5EF4-FFF2-40B4-BE49-F238E27FC236}">
                <a16:creationId xmlns:a16="http://schemas.microsoft.com/office/drawing/2014/main" id="{EE786E6A-282C-4B73-AED8-A5CCEA2BEC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859F2876-F8FF-44AF-8ED3-885946973F2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3" name="Google Shape;138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6666c05cd457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3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4e0c6bf864441f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4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391b084e84fb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42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e8162d47d407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7C92ED36-C87A-4EE9-A2E4-F704E9647BC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2" name="Google Shape;187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8592bb42748e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20">
            <a:extLst xmlns:a="http://schemas.openxmlformats.org/drawingml/2006/main">
              <a:ext uri="{FF2B5EF4-FFF2-40B4-BE49-F238E27FC236}">
                <a16:creationId xmlns:a16="http://schemas.microsoft.com/office/drawing/2014/main" id="{DDA75B38-C517-4E84-9DD6-B60E0D29C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20">
            <a:extLst xmlns:a="http://schemas.openxmlformats.org/drawingml/2006/main">
              <a:ext uri="{FF2B5EF4-FFF2-40B4-BE49-F238E27FC236}">
                <a16:creationId xmlns:a16="http://schemas.microsoft.com/office/drawing/2014/main" id="{6F1A6A1A-7F16-479F-9D87-EE57601683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0" name="Google Shape;190;p20">
            <a:extLst xmlns:a="http://schemas.openxmlformats.org/drawingml/2006/main">
              <a:ext uri="{FF2B5EF4-FFF2-40B4-BE49-F238E27FC236}">
                <a16:creationId xmlns:a16="http://schemas.microsoft.com/office/drawing/2014/main" id="{F08600C4-5C5E-442A-A15B-5546D62A0EB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1" name="Google Shape;191;p20">
            <a:extLst xmlns:a="http://schemas.openxmlformats.org/drawingml/2006/main">
              <a:ext uri="{FF2B5EF4-FFF2-40B4-BE49-F238E27FC236}">
                <a16:creationId xmlns:a16="http://schemas.microsoft.com/office/drawing/2014/main" id="{BE06669B-7B3C-4DFE-9B0E-1A70B5F2151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2" name="Google Shape;192;p20">
            <a:extLst xmlns:a="http://schemas.openxmlformats.org/drawingml/2006/main">
              <a:ext uri="{FF2B5EF4-FFF2-40B4-BE49-F238E27FC236}">
                <a16:creationId xmlns:a16="http://schemas.microsoft.com/office/drawing/2014/main" id="{0136173E-482B-4CE6-8FBB-55FD72EEAAC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20">
            <a:extLst xmlns:a="http://schemas.openxmlformats.org/drawingml/2006/main">
              <a:ext uri="{FF2B5EF4-FFF2-40B4-BE49-F238E27FC236}">
                <a16:creationId xmlns:a16="http://schemas.microsoft.com/office/drawing/2014/main" id="{6F276838-CD7E-4867-8460-F2600530B53B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4" name="Google Shape;194;p20">
            <a:extLst xmlns:a="http://schemas.openxmlformats.org/drawingml/2006/main">
              <a:ext uri="{FF2B5EF4-FFF2-40B4-BE49-F238E27FC236}">
                <a16:creationId xmlns:a16="http://schemas.microsoft.com/office/drawing/2014/main" id="{1A0E932F-AD4E-45E4-A26B-6F2C2D5F1473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5" name="Google Shape;195;p20">
            <a:extLst xmlns:a="http://schemas.openxmlformats.org/drawingml/2006/main">
              <a:ext uri="{FF2B5EF4-FFF2-40B4-BE49-F238E27FC236}">
                <a16:creationId xmlns:a16="http://schemas.microsoft.com/office/drawing/2014/main" id="{9379BA76-AFA5-4A23-ACCB-BEAC142E985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6" name="Google Shape;196;p20">
            <a:extLst xmlns:a="http://schemas.openxmlformats.org/drawingml/2006/main">
              <a:ext uri="{FF2B5EF4-FFF2-40B4-BE49-F238E27FC236}">
                <a16:creationId xmlns:a16="http://schemas.microsoft.com/office/drawing/2014/main" id="{D5D4BA57-0155-45F8-8B5D-9154FC416787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212" name="Google Shape;198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98f0c1d5341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-4719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3" name="Google Shape;19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09ebd7c8c466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20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dea2145f940f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-4719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02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13ae11dae4d5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43636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only 3">
  <p:cSld name="TITLE_ONLY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0" name="Google Shape;253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8f95f59794c6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25">
            <a:extLst xmlns:a="http://schemas.openxmlformats.org/drawingml/2006/main">
              <a:ext uri="{FF2B5EF4-FFF2-40B4-BE49-F238E27FC236}">
                <a16:creationId xmlns:a16="http://schemas.microsoft.com/office/drawing/2014/main" id="{E804AE32-4BA3-40DF-8A8F-B43948A73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62" name="Google Shape;256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49ba3a50841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3" name="Google Shape;257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2bce55ead4ad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4" name="Google Shape;25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38b3603e7342e5">
            <a:alphaModFix/>
          </a:blip>
          <a:srcRect xmlns:a="http://schemas.openxmlformats.org/drawingml/2006/main" l="0" t="0" r="56111" b="41941"/>
          <a:stretch xmlns:a="http://schemas.openxmlformats.org/drawingml/2006/main"/>
        </p:blipFill>
        <p:spPr>
          <a:xfrm xmlns:a="http://schemas.openxmlformats.org/drawingml/2006/main" rot="-5400000">
            <a:off x="8325038" y="4266787"/>
            <a:ext cx="775950" cy="784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5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f8c989fdf4b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0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oogle Shape;301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8ac6b58914af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Google Shape;302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8ac6b58914af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30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bb223b88734d3a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-145124" y="3582752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" name="Google Shape;304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cdefe464b438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6088" y="-136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" name="Google Shape;306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5957b842541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840980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" name="Google Shape;308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066d8abfd4c1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-13638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Google Shape;30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5957b842541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329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able of contents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Google Shape;10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e44564708433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3">
            <a:extLst xmlns:a="http://schemas.openxmlformats.org/drawingml/2006/main">
              <a:ext uri="{FF2B5EF4-FFF2-40B4-BE49-F238E27FC236}">
                <a16:creationId xmlns:a16="http://schemas.microsoft.com/office/drawing/2014/main" id="{6C406CD1-AF58-49D6-87D0-1BA148FEC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13">
            <a:extLst xmlns:a="http://schemas.openxmlformats.org/drawingml/2006/main">
              <a:ext uri="{FF2B5EF4-FFF2-40B4-BE49-F238E27FC236}">
                <a16:creationId xmlns:a16="http://schemas.microsoft.com/office/drawing/2014/main" id="{B32721C6-990E-4573-ABBD-06A23CEFD6B5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1BBBB4B1-7146-4A6D-9990-9E8C2BA58F5F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082DB269-38D8-48DA-8408-BA9F18771798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6C3BC1C4-304D-4084-B28E-18BC7603073A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0" name="Google Shape;110;p13">
            <a:extLst xmlns:a="http://schemas.openxmlformats.org/drawingml/2006/main">
              <a:ext uri="{FF2B5EF4-FFF2-40B4-BE49-F238E27FC236}">
                <a16:creationId xmlns:a16="http://schemas.microsoft.com/office/drawing/2014/main" id="{7C5BA0A0-1641-4645-87C3-3D552460F21C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1" name="Google Shape;111;p13">
            <a:extLst xmlns:a="http://schemas.openxmlformats.org/drawingml/2006/main">
              <a:ext uri="{FF2B5EF4-FFF2-40B4-BE49-F238E27FC236}">
                <a16:creationId xmlns:a16="http://schemas.microsoft.com/office/drawing/2014/main" id="{26BB54C0-76D8-453C-B937-EC3768B33DD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731D0C7B-441B-4929-A896-D8542215A8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D6168BD8-A2B4-4DCC-8236-5728F16148B2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F8C37820-F6F0-4029-867C-AFD05D2456A4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114C6D2B-D8CE-4CA2-B07B-D0A1B2D07385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6" name="Google Shape;116;p13">
            <a:extLst xmlns:a="http://schemas.openxmlformats.org/drawingml/2006/main">
              <a:ext uri="{FF2B5EF4-FFF2-40B4-BE49-F238E27FC236}">
                <a16:creationId xmlns:a16="http://schemas.microsoft.com/office/drawing/2014/main" id="{3264741C-E966-45BE-BB3A-F24278E6A820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7" name="Google Shape;117;p13">
            <a:extLst xmlns:a="http://schemas.openxmlformats.org/drawingml/2006/main">
              <a:ext uri="{FF2B5EF4-FFF2-40B4-BE49-F238E27FC236}">
                <a16:creationId xmlns:a16="http://schemas.microsoft.com/office/drawing/2014/main" id="{29B45A19-079D-4B52-BFFB-C9EA861DC592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137" name="Google Shape;119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bb0e7eaee446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2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031cee22d441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22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c7b64712f482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171225" y="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8ca9428ad458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4170737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7a5e57429747af" /><Relationship Type="http://schemas.openxmlformats.org/officeDocument/2006/relationships/slideLayout" Target="/ppt/slideLayouts/slideLayout1.xml" Id="R4051a79a453a4b83" /><Relationship Type="http://schemas.openxmlformats.org/officeDocument/2006/relationships/slideLayout" Target="/ppt/slideLayouts/slideLayout2.xml" Id="R5d97a10b6ac148cf" /><Relationship Type="http://schemas.openxmlformats.org/officeDocument/2006/relationships/slideLayout" Target="/ppt/slideLayouts/slideLayout3.xml" Id="R3fc82822b8c14aba" /><Relationship Type="http://schemas.openxmlformats.org/officeDocument/2006/relationships/slideLayout" Target="/ppt/slideLayouts/slideLayout4.xml" Id="Rf5ffaa9d186e431d" /><Relationship Type="http://schemas.openxmlformats.org/officeDocument/2006/relationships/slideLayout" Target="/ppt/slideLayouts/slideLayout5.xml" Id="R984ca89c0a5f4793" /><Relationship Type="http://schemas.openxmlformats.org/officeDocument/2006/relationships/slideLayout" Target="/ppt/slideLayouts/slideLayout6.xml" Id="R99d60a8c9d344b23" /><Relationship Type="http://schemas.openxmlformats.org/officeDocument/2006/relationships/slideLayout" Target="/ppt/slideLayouts/slideLayout7.xml" Id="Rba6432a1c9634ea1" /><Relationship Type="http://schemas.openxmlformats.org/officeDocument/2006/relationships/slideLayout" Target="/ppt/slideLayouts/slideLayout8.xml" Id="R01108a41bd294f65" /><Relationship Type="http://schemas.openxmlformats.org/officeDocument/2006/relationships/slideLayout" Target="/ppt/slideLayouts/slideLayout9.xml" Id="R83c638ca3e044d31" /><Relationship Type="http://schemas.openxmlformats.org/officeDocument/2006/relationships/slideLayout" Target="/ppt/slideLayouts/slideLayout10.xml" Id="R82525dc323bc44af" /><Relationship Type="http://schemas.openxmlformats.org/officeDocument/2006/relationships/slideLayout" Target="/ppt/slideLayouts/slideLayout11.xml" Id="R0ca01f4d8b564e9b" /><Relationship Type="http://schemas.openxmlformats.org/officeDocument/2006/relationships/slideLayout" Target="/ppt/slideLayouts/slideLayout12.xml" Id="Rda40d4596b864622" /><Relationship Type="http://schemas.openxmlformats.org/officeDocument/2006/relationships/slideLayout" Target="/ppt/slideLayouts/slideLayout13.xml" Id="R99efce32253645e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52A1346-63CB-4BC1-9E88-0F6736E22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9724946-D942-4D5D-BFA8-680554877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51a79a453a4b83"/>
    <p:sldLayoutId xmlns:r="http://schemas.openxmlformats.org/officeDocument/2006/relationships" id="2147483650" r:id="R5d97a10b6ac148cf"/>
    <p:sldLayoutId xmlns:r="http://schemas.openxmlformats.org/officeDocument/2006/relationships" id="2147483651" r:id="R3fc82822b8c14aba"/>
    <p:sldLayoutId xmlns:r="http://schemas.openxmlformats.org/officeDocument/2006/relationships" id="2147483652" r:id="Rf5ffaa9d186e431d"/>
    <p:sldLayoutId xmlns:r="http://schemas.openxmlformats.org/officeDocument/2006/relationships" id="2147483653" r:id="R984ca89c0a5f4793"/>
    <p:sldLayoutId xmlns:r="http://schemas.openxmlformats.org/officeDocument/2006/relationships" id="2147483654" r:id="R99d60a8c9d344b23"/>
    <p:sldLayoutId xmlns:r="http://schemas.openxmlformats.org/officeDocument/2006/relationships" id="2147483655" r:id="Rba6432a1c9634ea1"/>
    <p:sldLayoutId xmlns:r="http://schemas.openxmlformats.org/officeDocument/2006/relationships" id="2147483656" r:id="R01108a41bd294f65"/>
    <p:sldLayoutId xmlns:r="http://schemas.openxmlformats.org/officeDocument/2006/relationships" id="2147483657" r:id="R83c638ca3e044d31"/>
    <p:sldLayoutId xmlns:r="http://schemas.openxmlformats.org/officeDocument/2006/relationships" id="2147483658" r:id="R82525dc323bc44af"/>
    <p:sldLayoutId xmlns:r="http://schemas.openxmlformats.org/officeDocument/2006/relationships" id="2147483659" r:id="R0ca01f4d8b564e9b"/>
    <p:sldLayoutId xmlns:r="http://schemas.openxmlformats.org/officeDocument/2006/relationships" id="2147483660" r:id="Rda40d4596b864622"/>
    <p:sldLayoutId xmlns:r="http://schemas.openxmlformats.org/officeDocument/2006/relationships" id="2147483661" r:id="R99efce32253645ef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924641e484607" /><Relationship Type="http://schemas.openxmlformats.org/officeDocument/2006/relationships/notesSlide" Target="/ppt/notesSlides/notesSlide1.xml" Id="Re31e71a1de5f43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4147a30e8ea4dfc" /><Relationship Type="http://schemas.openxmlformats.org/officeDocument/2006/relationships/notesSlide" Target="/ppt/notesSlides/notesSlide2.xml" Id="R7788b2c2987e4c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ad1bf11d9c148dc" /><Relationship Type="http://schemas.openxmlformats.org/officeDocument/2006/relationships/notesSlide" Target="/ppt/notesSlides/notesSlide3.xml" Id="Rf78361d2565e41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b29fdfe3b5c48c5" /><Relationship Type="http://schemas.openxmlformats.org/officeDocument/2006/relationships/notesSlide" Target="/ppt/notesSlides/notesSlide4.xml" Id="R59a864a6368c4e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3fef8bb847e4190" /><Relationship Type="http://schemas.openxmlformats.org/officeDocument/2006/relationships/notesSlide" Target="/ppt/notesSlides/notesSlide5.xml" Id="Rd19b8d2da41d45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924569906e74ba6" /><Relationship Type="http://schemas.openxmlformats.org/officeDocument/2006/relationships/notesSlide" Target="/ppt/notesSlides/notesSlide6.xml" Id="R24b4dc9d4af14e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6e9ef67f3dd445f" /><Relationship Type="http://schemas.openxmlformats.org/officeDocument/2006/relationships/notesSlide" Target="/ppt/notesSlides/notesSlide7.xml" Id="R8146534de3d44d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b425b8efa6a4fff" /><Relationship Type="http://schemas.openxmlformats.org/officeDocument/2006/relationships/notesSlide" Target="/ppt/notesSlides/notesSlide8.xml" Id="R485e101e99af45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884cc2e34ff43f9" /><Relationship Type="http://schemas.openxmlformats.org/officeDocument/2006/relationships/notesSlide" Target="/ppt/notesSlides/notesSlide9.xml" Id="R65cecfce6d2544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8bfe26fd943ee" /><Relationship Type="http://schemas.openxmlformats.org/officeDocument/2006/relationships/notesSlide" Target="/ppt/notesSlides/notesSlide10.xml" Id="R153eb1b545fb4f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5A845DEA-FD9E-D7FE-EC4A-206EC3F499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Cálculo da perna marítima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A3831C7E-C3BB-A08E-9357-B23405A85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82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/>
              <a:t>Dos dados observados ao consumo e ao custo modelado</a:t>
            </a:r>
          </a:p>
          <a:p xmlns:a="http://schemas.openxmlformats.org/drawingml/2006/main">
            <a:pPr marL="0" indent="0">
              <a:buNone/>
            </a:pPr>
            <a:r>
              <a:rPr sz="1200" b="1"/>
              <a:t>Exemplo real: Santos → Manaus | remessa de 14 t</a:t>
            </a:r>
          </a:p>
        </p:txBody>
      </p:sp>
    </p:spTree>
    <p:extLst>
      <p:ext uri="{BB962C8B-B14F-4D97-AF65-F5344CB8AC3E}">
        <p14:creationId xmlns:p14="http://schemas.microsoft.com/office/powerpoint/2010/main" val="2967126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EU MRV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De onde vêm os números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ANTAQ = Agência Nacional de Transportes Aquaviários. A tabela de Carga registra embarques e desembarques por escala e permite reconstruir a carga a bordo.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Informa porto, data e ordem das escalas. Também traz o número IMO, identificador internacional único do navio, usado para ligar a viagem ao EU MRV.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EU MRV = sistema europeu de Monitoramento, Relato e Verificação. Fornece a intensidade de consumo em g/(t·nm), primeiro pelo IMO do próprio navio.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Matriz marítima do modelo: Santos–Manaus = 6.112 km. VLSFO (óleo combustível de teor muito baixo de enxofre): R$ 2.572,34/t em arquivo de 17/11/2025.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ANTAQ — Carga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ANTAQ — Atracação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 e preço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Cada base responde a uma parte diferente do cálculo marítimo.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ABD2B0DD-BDB1-6975-ACAA-9BB9D1E4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Reconstrução da viagem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4902A740-86AA-99D6-F3C9-97CF36F31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207764" cy="27541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A ANTAQ registra, em cada escala:
• porto e momento da atracação;
• toneladas embarcadas e desembarcadas;
• origem e destino declarados da carga.
O sistema ordena as escalas do mesmo navio e identifica o recorte entre os portos escolhidos.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F4C3094B-2E25-BA11-F159-05030D0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voyage_9612791_00011 | IMO 9612791</a:t>
            </a:r>
          </a:p>
        </p:txBody>
      </p:sp>
      <p:sp>
        <p:nvSpPr>
          <p:cNvPr id="17" name="Chave Esquerda 16">
            <a:extLst xmlns:a="http://schemas.openxmlformats.org/drawingml/2006/main">
              <a:ext uri="{FF2B5EF4-FFF2-40B4-BE49-F238E27FC236}">
                <a16:creationId xmlns:a16="http://schemas.microsoft.com/office/drawing/2014/main" id="{6CBBE765-9790-E86D-55C8-BB79A77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009" y="1555020"/>
            <a:ext cx="318654" cy="3210944"/>
          </a:xfrm>
          <a:prstGeom xmlns:a="http://schemas.openxmlformats.org/drawingml/2006/main" prst="leftBrac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E3FD0E88-6DCC-BB3A-57FB-EF8D119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72" y="1555020"/>
            <a:ext cx="3616473" cy="292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buNone/>
            </a:pPr>
            <a:r>
              <a:t>Recorte usado no exemplo
Santos → Suape → Pecém → Manaus
A viagem completa depois retorna a Santos. O cálculo usa somente a parte em que Santos aparece antes de Manaus — não supõe uma ligação isolada.</a:t>
            </a:r>
          </a:p>
        </p:txBody>
      </p:sp>
    </p:spTree>
    <p:extLst>
      <p:ext uri="{BB962C8B-B14F-4D97-AF65-F5344CB8AC3E}">
        <p14:creationId xmlns:p14="http://schemas.microsoft.com/office/powerpoint/2010/main" val="22241895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Carga a bordo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O período observado começa com carga já existente. O sistema reconstrói a menor carga inicial que evita saldo negativo: 2.976,894 t.
Depois aplica: carga seguinte = carga anterior + embarques − desembarques.
Santos: +9.881,860 t
Suape: +11.862,199 − 8.002,620 t
Pecém: +3.231,914 − 7.624,347 t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58982"/>
                <a:gridCol w="1745673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Escala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Carga a bordo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Santos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12.858,754 t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Suape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16.718,333 t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Pecém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12.325,900 t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0F2E0901-C393-FA1A-D83B-D96664EE1B2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9999" y="1112200"/>
            <a:ext cx="7052401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Intensidade do próprio navio: 7,43 g/(t·nm) — EU MRV 2023, IMO 9612791.
Em cada subtrecho:
trabalho [t·nm] = carga a bordo [t] × distância [nm]
combustível [kg] = trabalho × intensidade [g/(t·nm)] ÷ 1.000
Santos → Suape
1.259,179 nm × 12.858,754 t = 16.191.476,419 t·nm → 120.302,670 kg
Suape → Pecém
507,806 nm × 16.718,333 t = 8.489.677,588 t·nm → 63.078,304 kg
Pecém → Manaus
1.185,594 nm × 12.325,900 t = 14.613.514,486 t·nm → 108.578,413 kg
Total reconstruído pelo modelo: 2.952,580 nm | 39.294.668,494 t·nm | 291.959,387 kg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68207928-1D51-8633-A3D6-8A9A817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Consumo por subtrecho</a:t>
            </a:r>
          </a:p>
        </p:txBody>
      </p:sp>
    </p:spTree>
    <p:extLst>
      <p:ext uri="{BB962C8B-B14F-4D97-AF65-F5344CB8AC3E}">
        <p14:creationId xmlns:p14="http://schemas.microsoft.com/office/powerpoint/2010/main" val="40936411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Intensidade do navio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Regra principal: procurar o mesmo IMO no EU MRV.
Exemplo real
IMO 9612791 → 7,43 g/(t·nm)
Fonte: EU MRV 2023.
Valores encontrados diretamente pelo IMO não são aparados.
No recorte Santos–Manaus: 40 viagens com correspondência exata.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Sem correspondência aplicável: classe → tipo → padrão documentado.
Exemplo container ship
243 navios do EU MRV (2018–2024); mantém-se o valor positivo mais recente por IMO; retiram-se os 2 menores e os 2 maiores; média dos 239 restantes = 9,322050 g/(t·nm).
Fonte: eu_mrv_ship_type_trimmed_mean_1pct.
49 viagens no recorte.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1. Correspondência pelo IMO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2. Fallback robusto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 fonte e a regra aplicada ficam registradas no resultado.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ABD2B0DD-BDB1-6975-ACAA-9BB9D1E4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Corredores observados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4902A740-86AA-99D6-F3C9-97CF36F313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207764" cy="27541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Exemplos reais
• Santos → Manaus
  voyage_9612789_00004
• Santos → Suape → Pecém → Manaus
  voyage_9612791_00011
• Santos → Rio → Suape → Pecém → Manaus
  voyage_9784661_00001
• Santos → Navegantes → Pecém → Manaus
  voyage_9852365_00011
Há 1 recorte sem escala e 88 com escalas; alguns não passam por Suape.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F4C3094B-2E25-BA11-F159-05030D0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Santos → Manaus | 89 viagens históricas | 22 corredores</a:t>
            </a:r>
          </a:p>
        </p:txBody>
      </p:sp>
      <p:sp>
        <p:nvSpPr>
          <p:cNvPr id="17" name="Chave Esquerda 16">
            <a:extLst xmlns:a="http://schemas.openxmlformats.org/drawingml/2006/main">
              <a:ext uri="{FF2B5EF4-FFF2-40B4-BE49-F238E27FC236}">
                <a16:creationId xmlns:a16="http://schemas.microsoft.com/office/drawing/2014/main" id="{6CBBE765-9790-E86D-55C8-BB79A77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009" y="1555020"/>
            <a:ext cx="318654" cy="3210944"/>
          </a:xfrm>
          <a:prstGeom xmlns:a="http://schemas.openxmlformats.org/drawingml/2006/main" prst="leftBrac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E3FD0E88-6DCC-BB3A-57FB-EF8D119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72" y="1555020"/>
            <a:ext cx="3616473" cy="292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buNone/>
            </a:pPr>
            <a:r>
              <a:t>Como surge o valor representativo
1. Calcula-se a intensidade de cada recorte.
2. Ordenam-se as intensidades.
3. Usa-se o trabalho de transporte como peso.
4. Seleciona-se a mediana ponderada.
Trabalho total: 3.153.328.821,755 t·nm.
O ponto de 50% ocorre em voyage_9697002_00002.
Resultado: 9,322050 g/(t·nm).</a:t>
            </a:r>
          </a:p>
        </p:txBody>
      </p:sp>
    </p:spTree>
    <p:extLst>
      <p:ext uri="{BB962C8B-B14F-4D97-AF65-F5344CB8AC3E}">
        <p14:creationId xmlns:p14="http://schemas.microsoft.com/office/powerpoint/2010/main" val="22241895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Distância do cenário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Os 89 recortes alimentam a intensidade representativa. Eles não são colados para formar uma rota artificial.
Para a remessa nova, o sistema seleciona uma única sequência observada. Como existe um recorte sem escala, usa Santos → Manaus.
A distância vem da matriz marítima do CabotageLens. É modelada; não é uma trajetória AIS (Sistema de Identificação Automática).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58982"/>
                <a:gridCol w="1745673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Item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Valor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Rota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Santos → Manaus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Distância modelada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6.112 km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Milhas náuticas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3.300,216 nm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C8A75B6E-2731-5702-4908-D2F72B3D85A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1112200"/>
            <a:ext cx="6927710" cy="3611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Os pesos históricos da ANTAQ servem para construir a intensidade representativa. Eles não são somados à carga informada pelo usuário.
Dados do cenário
• carga: 14 t
• distância: 3.300,216 nm
• intensidade representativa: 9,322050 g/(t·nm)
Combustível [kg] = intensidade × carga × distância ÷ 1.000
Combustível = 9,322050 × 14 × 3.300,216 ÷ 1.000
Combustível = 430,707 kg de VLSFO
O cálculo é aplicado uma única vez à perna marítima completa.</a:t>
            </a:r>
          </a:p>
        </p:txBody>
      </p:sp>
      <p:sp>
        <p:nvSpPr>
          <p:cNvPr id="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481E430A-729C-2293-E527-2F6B516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539500"/>
            <a:ext cx="7468036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rPr sz="2800"/>
              <a:t>Aplicação à remessa de 14 t</a:t>
            </a:r>
          </a:p>
        </p:txBody>
      </p:sp>
    </p:spTree>
    <p:extLst>
      <p:ext uri="{BB962C8B-B14F-4D97-AF65-F5344CB8AC3E}">
        <p14:creationId xmlns:p14="http://schemas.microsoft.com/office/powerpoint/2010/main" val="31489375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430,71 kg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Consumo modelado de VLSFO para Santos → Manaus com carga de 14 t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R$ 1.107,92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430,707 kg ÷ 1.000 × R$ 2.572,34/t | arquivo 17/11/2025; não é frete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2026-07-17T12:02:54.6840000Z</dcterms:created>
  <dcterms:modified xsi:type="dcterms:W3CDTF">2026-07-17T12:02:54.6840000Z</dcterms:modified>
</coreProperties>
</file>