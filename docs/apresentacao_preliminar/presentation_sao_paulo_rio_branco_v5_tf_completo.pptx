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68fa89a8284c0c" /><Relationship Type="http://schemas.openxmlformats.org/officeDocument/2006/relationships/extended-properties" Target="/docProps/app.xml" Id="Re4ee15c7e310497f" /><Relationship Type="http://schemas.openxmlformats.org/officeDocument/2006/relationships/officeDocument" Target="/ppt/presentation.xml" Id="R8dc942fa526f4805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749f75c0a83e4589"/>
  </p:sldMasterIdLst>
  <p:notesMasterIdLst>
    <p:notesMasterId xmlns:r="http://schemas.openxmlformats.org/officeDocument/2006/relationships" r:id="Rf543305434fc4a67"/>
  </p:notesMasterIdLst>
  <p:sldIdLst>
    <p:sldId xmlns:r="http://schemas.openxmlformats.org/officeDocument/2006/relationships" id="256" r:id="R5cf4d2d2903a4a6f"/>
    <p:sldId xmlns:r="http://schemas.openxmlformats.org/officeDocument/2006/relationships" id="257" r:id="Ra886fda8d6f64919"/>
    <p:sldId xmlns:r="http://schemas.openxmlformats.org/officeDocument/2006/relationships" id="258" r:id="R801cb2ef73804eeb"/>
    <p:sldId xmlns:r="http://schemas.openxmlformats.org/officeDocument/2006/relationships" id="259" r:id="Rd36534001ea346ce"/>
    <p:sldId xmlns:r="http://schemas.openxmlformats.org/officeDocument/2006/relationships" id="260" r:id="R4beeaf1557214c23"/>
    <p:sldId xmlns:r="http://schemas.openxmlformats.org/officeDocument/2006/relationships" id="261" r:id="R8b8b1242e3b6497b"/>
    <p:sldId xmlns:r="http://schemas.openxmlformats.org/officeDocument/2006/relationships" id="262" r:id="Rff49ceb4099a4744"/>
    <p:sldId xmlns:r="http://schemas.openxmlformats.org/officeDocument/2006/relationships" id="263" r:id="Rbb18eda71ff74b2c"/>
    <p:sldId xmlns:r="http://schemas.openxmlformats.org/officeDocument/2006/relationships" id="264" r:id="Rd630e53a93114b6b"/>
    <p:sldId xmlns:r="http://schemas.openxmlformats.org/officeDocument/2006/relationships" id="265" r:id="R1f670ac733aa42b5"/>
    <p:sldId xmlns:r="http://schemas.openxmlformats.org/officeDocument/2006/relationships" id="266" r:id="Rc41bd064674345df"/>
    <p:sldId xmlns:r="http://schemas.openxmlformats.org/officeDocument/2006/relationships" id="267" r:id="Rcaf4925cbefa43ca"/>
    <p:sldId xmlns:r="http://schemas.openxmlformats.org/officeDocument/2006/relationships" id="268" r:id="Rffbf338dca4d4c02"/>
    <p:sldId xmlns:r="http://schemas.openxmlformats.org/officeDocument/2006/relationships" id="269" r:id="Rff3334cfb6324101"/>
    <p:sldId xmlns:r="http://schemas.openxmlformats.org/officeDocument/2006/relationships" id="270" r:id="R9aba8eaf410846c8"/>
    <p:sldId xmlns:r="http://schemas.openxmlformats.org/officeDocument/2006/relationships" id="271" r:id="R2af56407ed1441a6"/>
    <p:sldId xmlns:r="http://schemas.openxmlformats.org/officeDocument/2006/relationships" id="272" r:id="R8e0398569c71472c"/>
    <p:sldId xmlns:r="http://schemas.openxmlformats.org/officeDocument/2006/relationships" id="273" r:id="Rc9f2502d8d254bae"/>
    <p:sldId xmlns:r="http://schemas.openxmlformats.org/officeDocument/2006/relationships" id="274" r:id="Rb9d85b22b6ed468c"/>
    <p:sldId xmlns:r="http://schemas.openxmlformats.org/officeDocument/2006/relationships" id="275" r:id="R650ba89800c1400f"/>
    <p:sldId xmlns:r="http://schemas.openxmlformats.org/officeDocument/2006/relationships" id="276" r:id="Rdb8d3786b7c241c0"/>
    <p:sldId xmlns:r="http://schemas.openxmlformats.org/officeDocument/2006/relationships" id="277" r:id="R7a04657f96c443a2"/>
    <p:sldId xmlns:r="http://schemas.openxmlformats.org/officeDocument/2006/relationships" id="278" r:id="R88e2fac3eddd4cfa"/>
    <p:sldId xmlns:r="http://schemas.openxmlformats.org/officeDocument/2006/relationships" id="279" r:id="R56f13607b00148db"/>
    <p:sldId xmlns:r="http://schemas.openxmlformats.org/officeDocument/2006/relationships" id="280" r:id="Rfe9ce43eca5743f7"/>
    <p:sldId xmlns:r="http://schemas.openxmlformats.org/officeDocument/2006/relationships" id="281" r:id="Rd702f5f24a294493"/>
    <p:sldId xmlns:r="http://schemas.openxmlformats.org/officeDocument/2006/relationships" id="282" r:id="R35af6bcb54e14acd"/>
    <p:sldId xmlns:r="http://schemas.openxmlformats.org/officeDocument/2006/relationships" id="283" r:id="Rad10449e422c4a5e"/>
    <p:sldId xmlns:r="http://schemas.openxmlformats.org/officeDocument/2006/relationships" id="284" r:id="R32e8a0d5edf64a37"/>
    <p:sldId xmlns:r="http://schemas.openxmlformats.org/officeDocument/2006/relationships" id="285" r:id="Rd27886561ac74771"/>
    <p:sldId xmlns:r="http://schemas.openxmlformats.org/officeDocument/2006/relationships" id="286" r:id="Rb8e95b1e443f4fa7"/>
    <p:sldId xmlns:r="http://schemas.openxmlformats.org/officeDocument/2006/relationships" id="287" r:id="R4d6cd31fe5a94e5e"/>
    <p:sldId xmlns:r="http://schemas.openxmlformats.org/officeDocument/2006/relationships" id="288" r:id="R5737ad3dc136479d"/>
    <p:sldId xmlns:r="http://schemas.openxmlformats.org/officeDocument/2006/relationships" id="289" r:id="Rce8ff291f4b84b52"/>
    <p:sldId xmlns:r="http://schemas.openxmlformats.org/officeDocument/2006/relationships" id="290" r:id="Rd435ae5ff12a43b0"/>
    <p:sldId xmlns:r="http://schemas.openxmlformats.org/officeDocument/2006/relationships" id="291" r:id="Rdcfd8e3fb9774328"/>
    <p:sldId xmlns:r="http://schemas.openxmlformats.org/officeDocument/2006/relationships" id="292" r:id="R763bfa84af1d43e7"/>
    <p:sldId xmlns:r="http://schemas.openxmlformats.org/officeDocument/2006/relationships" id="293" r:id="Re940e85d1dbf4711"/>
    <p:sldId xmlns:r="http://schemas.openxmlformats.org/officeDocument/2006/relationships" id="294" r:id="R2ebb301de07c4413"/>
    <p:sldId xmlns:r="http://schemas.openxmlformats.org/officeDocument/2006/relationships" id="295" r:id="R8be4f0ec16a54c3f"/>
    <p:sldId xmlns:r="http://schemas.openxmlformats.org/officeDocument/2006/relationships" id="296" r:id="R2863f59d54424cee"/>
    <p:sldId xmlns:r="http://schemas.openxmlformats.org/officeDocument/2006/relationships" id="297" r:id="R72664d428dee4da7"/>
    <p:sldId xmlns:r="http://schemas.openxmlformats.org/officeDocument/2006/relationships" id="298" r:id="R34887c8052e14c91"/>
    <p:sldId xmlns:r="http://schemas.openxmlformats.org/officeDocument/2006/relationships" id="299" r:id="Rc3940d4a07de4790"/>
    <p:sldId xmlns:r="http://schemas.openxmlformats.org/officeDocument/2006/relationships" id="300" r:id="Rfa07b9557cf5425d"/>
    <p:sldId xmlns:r="http://schemas.openxmlformats.org/officeDocument/2006/relationships" id="301" r:id="R9796ecf996f846f9"/>
    <p:sldId xmlns:r="http://schemas.openxmlformats.org/officeDocument/2006/relationships" id="302" r:id="R2e90d910110643e6"/>
    <p:sldId xmlns:r="http://schemas.openxmlformats.org/officeDocument/2006/relationships" id="303" r:id="R9ca4055b560d463d"/>
    <p:sldId xmlns:r="http://schemas.openxmlformats.org/officeDocument/2006/relationships" id="304" r:id="Rd9c96c3ed4b54825"/>
    <p:sldId xmlns:r="http://schemas.openxmlformats.org/officeDocument/2006/relationships" id="305" r:id="R6d7df167a67d4dcf"/>
    <p:sldId xmlns:r="http://schemas.openxmlformats.org/officeDocument/2006/relationships" id="306" r:id="Ra4f1a832c74149eb"/>
    <p:sldId xmlns:r="http://schemas.openxmlformats.org/officeDocument/2006/relationships" id="307" r:id="Rcac0cf53d672446e"/>
    <p:sldId xmlns:r="http://schemas.openxmlformats.org/officeDocument/2006/relationships" id="308" r:id="Ra6f1d854c68d4e0f"/>
    <p:sldId xmlns:r="http://schemas.openxmlformats.org/officeDocument/2006/relationships" id="309" r:id="Re5186d65360244b4"/>
    <p:sldId xmlns:r="http://schemas.openxmlformats.org/officeDocument/2006/relationships" id="310" r:id="Ra3ca59700ce146e3"/>
    <p:sldId xmlns:r="http://schemas.openxmlformats.org/officeDocument/2006/relationships" id="311" r:id="Re9015db07abb45a1"/>
    <p:sldId xmlns:r="http://schemas.openxmlformats.org/officeDocument/2006/relationships" id="312" r:id="Ra927f5507b45460a"/>
    <p:sldId xmlns:r="http://schemas.openxmlformats.org/officeDocument/2006/relationships" id="313" r:id="Raa254bd480e54110"/>
    <p:sldId xmlns:r="http://schemas.openxmlformats.org/officeDocument/2006/relationships" id="314" r:id="R3b176e7d946940fd"/>
    <p:sldId xmlns:r="http://schemas.openxmlformats.org/officeDocument/2006/relationships" id="315" r:id="R124f10ec51db4aa8"/>
  </p:sldIdLst>
  <p:sldSz cx="9144000" cy="5143500"/>
  <p:notesSz cx="6858000" cy="9144000"/>
  <p:embeddedFontLst>
    <p:embeddedFont>
      <p:font typeface="Anaheim"/>
      <p:regular xmlns:r="http://schemas.openxmlformats.org/officeDocument/2006/relationships" r:id="R67313b31395e4f19"/>
      <p:bold xmlns:r="http://schemas.openxmlformats.org/officeDocument/2006/relationships" r:id="Rca30593ea4a44fce"/>
    </p:embeddedFont>
    <p:embeddedFont>
      <p:font typeface="Cambria Math"/>
      <p:regular xmlns:r="http://schemas.openxmlformats.org/officeDocument/2006/relationships" r:id="R4d7ad64df9e34a31"/>
    </p:embeddedFont>
    <p:embeddedFont>
      <p:font typeface="Nunito Light"/>
      <p:regular xmlns:r="http://schemas.openxmlformats.org/officeDocument/2006/relationships" r:id="R71bdff53991641b6"/>
      <p:italic xmlns:r="http://schemas.openxmlformats.org/officeDocument/2006/relationships" r:id="Rc0ffc189a78947bc"/>
    </p:embeddedFont>
    <p:embeddedFont>
      <p:font typeface="Poppins"/>
      <p:regular xmlns:r="http://schemas.openxmlformats.org/officeDocument/2006/relationships" r:id="R8bf554ddd9044477"/>
      <p:bold xmlns:r="http://schemas.openxmlformats.org/officeDocument/2006/relationships" r:id="R33664b6f84c84e31"/>
      <p:italic xmlns:r="http://schemas.openxmlformats.org/officeDocument/2006/relationships" r:id="R16108c1e0d1d4473"/>
      <p:boldItalic xmlns:r="http://schemas.openxmlformats.org/officeDocument/2006/relationships" r:id="R77a51bb176234760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F3E31DBF-9C51-4A74-9153-B9460B38124B}">
  <a:tblStyle styleId="{F3E31DBF-9C51-4A74-9153-B9460B3812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EDEAD7-B31A-4875-943C-D064B1FDED3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37b6ad9fc4543" /><Relationship Type="http://schemas.openxmlformats.org/officeDocument/2006/relationships/slideMaster" Target="/ppt/slideMasters/slideMaster1.xml" Id="R749f75c0a83e4589" /><Relationship Type="http://schemas.openxmlformats.org/officeDocument/2006/relationships/notesMaster" Target="/ppt/notesMasters/notesMaster1.xml" Id="Rf543305434fc4a67" /><Relationship Type="http://schemas.openxmlformats.org/officeDocument/2006/relationships/presProps" Target="/ppt/presProps.xml" Id="Rd26a6aa4fe0648f0" /><Relationship Type="http://schemas.openxmlformats.org/officeDocument/2006/relationships/viewProps" Target="/ppt/viewProps.xml" Id="R16405fec12144138" /><Relationship Type="http://schemas.openxmlformats.org/officeDocument/2006/relationships/tableStyles" Target="/ppt/tableStyles.xml" Id="Rfb56c7b365b34a5a" /><Relationship Type="http://schemas.openxmlformats.org/officeDocument/2006/relationships/font" Target="/ppt/fonts/font.dat" Id="R67313b31395e4f19" /><Relationship Type="http://schemas.openxmlformats.org/officeDocument/2006/relationships/font" Target="/ppt/fonts/font2.dat" Id="Rca30593ea4a44fce" /><Relationship Type="http://schemas.openxmlformats.org/officeDocument/2006/relationships/font" Target="/ppt/fonts/font3.dat" Id="R4d7ad64df9e34a31" /><Relationship Type="http://schemas.openxmlformats.org/officeDocument/2006/relationships/font" Target="/ppt/fonts/font4.dat" Id="R71bdff53991641b6" /><Relationship Type="http://schemas.openxmlformats.org/officeDocument/2006/relationships/font" Target="/ppt/fonts/font5.dat" Id="Rc0ffc189a78947bc" /><Relationship Type="http://schemas.openxmlformats.org/officeDocument/2006/relationships/font" Target="/ppt/fonts/font6.dat" Id="R8bf554ddd9044477" /><Relationship Type="http://schemas.openxmlformats.org/officeDocument/2006/relationships/font" Target="/ppt/fonts/font7.dat" Id="R33664b6f84c84e31" /><Relationship Type="http://schemas.openxmlformats.org/officeDocument/2006/relationships/font" Target="/ppt/fonts/font8.dat" Id="R16108c1e0d1d4473" /><Relationship Type="http://schemas.openxmlformats.org/officeDocument/2006/relationships/font" Target="/ppt/fonts/font9.dat" Id="R77a51bb176234760" /><Relationship Type="http://schemas.openxmlformats.org/officeDocument/2006/relationships/slide" Target="/ppt/slides/slide1.xml" Id="R5cf4d2d2903a4a6f" /><Relationship Type="http://schemas.openxmlformats.org/officeDocument/2006/relationships/slide" Target="/ppt/slides/slide2.xml" Id="Ra886fda8d6f64919" /><Relationship Type="http://schemas.openxmlformats.org/officeDocument/2006/relationships/slide" Target="/ppt/slides/slide3.xml" Id="R801cb2ef73804eeb" /><Relationship Type="http://schemas.openxmlformats.org/officeDocument/2006/relationships/slide" Target="/ppt/slides/slide4.xml" Id="Rd36534001ea346ce" /><Relationship Type="http://schemas.openxmlformats.org/officeDocument/2006/relationships/slide" Target="/ppt/slides/slide5.xml" Id="R4beeaf1557214c23" /><Relationship Type="http://schemas.openxmlformats.org/officeDocument/2006/relationships/slide" Target="/ppt/slides/slide6.xml" Id="R8b8b1242e3b6497b" /><Relationship Type="http://schemas.openxmlformats.org/officeDocument/2006/relationships/slide" Target="/ppt/slides/slide7.xml" Id="Rff49ceb4099a4744" /><Relationship Type="http://schemas.openxmlformats.org/officeDocument/2006/relationships/slide" Target="/ppt/slides/slide8.xml" Id="Rbb18eda71ff74b2c" /><Relationship Type="http://schemas.openxmlformats.org/officeDocument/2006/relationships/slide" Target="/ppt/slides/slide9.xml" Id="Rd630e53a93114b6b" /><Relationship Type="http://schemas.openxmlformats.org/officeDocument/2006/relationships/slide" Target="/ppt/slides/slide10.xml" Id="R1f670ac733aa42b5" /><Relationship Type="http://schemas.openxmlformats.org/officeDocument/2006/relationships/slide" Target="/ppt/slides/slide11.xml" Id="Rc41bd064674345df" /><Relationship Type="http://schemas.openxmlformats.org/officeDocument/2006/relationships/slide" Target="/ppt/slides/slide12.xml" Id="Rcaf4925cbefa43ca" /><Relationship Type="http://schemas.openxmlformats.org/officeDocument/2006/relationships/slide" Target="/ppt/slides/slide13.xml" Id="Rffbf338dca4d4c02" /><Relationship Type="http://schemas.openxmlformats.org/officeDocument/2006/relationships/slide" Target="/ppt/slides/slide14.xml" Id="Rff3334cfb6324101" /><Relationship Type="http://schemas.openxmlformats.org/officeDocument/2006/relationships/slide" Target="/ppt/slides/slide15.xml" Id="R9aba8eaf410846c8" /><Relationship Type="http://schemas.openxmlformats.org/officeDocument/2006/relationships/slide" Target="/ppt/slides/slide16.xml" Id="R2af56407ed1441a6" /><Relationship Type="http://schemas.openxmlformats.org/officeDocument/2006/relationships/slide" Target="/ppt/slides/slide17.xml" Id="R8e0398569c71472c" /><Relationship Type="http://schemas.openxmlformats.org/officeDocument/2006/relationships/slide" Target="/ppt/slides/slide18.xml" Id="Rc9f2502d8d254bae" /><Relationship Type="http://schemas.openxmlformats.org/officeDocument/2006/relationships/slide" Target="/ppt/slides/slide19.xml" Id="Rb9d85b22b6ed468c" /><Relationship Type="http://schemas.openxmlformats.org/officeDocument/2006/relationships/slide" Target="/ppt/slides/slide20.xml" Id="R650ba89800c1400f" /><Relationship Type="http://schemas.openxmlformats.org/officeDocument/2006/relationships/slide" Target="/ppt/slides/slide21.xml" Id="Rdb8d3786b7c241c0" /><Relationship Type="http://schemas.openxmlformats.org/officeDocument/2006/relationships/slide" Target="/ppt/slides/slide22.xml" Id="R7a04657f96c443a2" /><Relationship Type="http://schemas.openxmlformats.org/officeDocument/2006/relationships/slide" Target="/ppt/slides/slide23.xml" Id="R88e2fac3eddd4cfa" /><Relationship Type="http://schemas.openxmlformats.org/officeDocument/2006/relationships/slide" Target="/ppt/slides/slide24.xml" Id="R56f13607b00148db" /><Relationship Type="http://schemas.openxmlformats.org/officeDocument/2006/relationships/slide" Target="/ppt/slides/slide25.xml" Id="Rfe9ce43eca5743f7" /><Relationship Type="http://schemas.openxmlformats.org/officeDocument/2006/relationships/slide" Target="/ppt/slides/slide26.xml" Id="Rd702f5f24a294493" /><Relationship Type="http://schemas.openxmlformats.org/officeDocument/2006/relationships/slide" Target="/ppt/slides/slide27.xml" Id="R35af6bcb54e14acd" /><Relationship Type="http://schemas.openxmlformats.org/officeDocument/2006/relationships/slide" Target="/ppt/slides/slide28.xml" Id="Rad10449e422c4a5e" /><Relationship Type="http://schemas.openxmlformats.org/officeDocument/2006/relationships/slide" Target="/ppt/slides/slide29.xml" Id="R32e8a0d5edf64a37" /><Relationship Type="http://schemas.openxmlformats.org/officeDocument/2006/relationships/slide" Target="/ppt/slides/slide30.xml" Id="Rd27886561ac74771" /><Relationship Type="http://schemas.openxmlformats.org/officeDocument/2006/relationships/slide" Target="/ppt/slides/slide31.xml" Id="Rb8e95b1e443f4fa7" /><Relationship Type="http://schemas.openxmlformats.org/officeDocument/2006/relationships/slide" Target="/ppt/slides/slide32.xml" Id="R4d6cd31fe5a94e5e" /><Relationship Type="http://schemas.openxmlformats.org/officeDocument/2006/relationships/slide" Target="/ppt/slides/slide33.xml" Id="R5737ad3dc136479d" /><Relationship Type="http://schemas.openxmlformats.org/officeDocument/2006/relationships/slide" Target="/ppt/slides/slide34.xml" Id="Rce8ff291f4b84b52" /><Relationship Type="http://schemas.openxmlformats.org/officeDocument/2006/relationships/slide" Target="/ppt/slides/slide35.xml" Id="Rd435ae5ff12a43b0" /><Relationship Type="http://schemas.openxmlformats.org/officeDocument/2006/relationships/slide" Target="/ppt/slides/slide36.xml" Id="Rdcfd8e3fb9774328" /><Relationship Type="http://schemas.openxmlformats.org/officeDocument/2006/relationships/slide" Target="/ppt/slides/slide37.xml" Id="R763bfa84af1d43e7" /><Relationship Type="http://schemas.openxmlformats.org/officeDocument/2006/relationships/slide" Target="/ppt/slides/slide38.xml" Id="Re940e85d1dbf4711" /><Relationship Type="http://schemas.openxmlformats.org/officeDocument/2006/relationships/slide" Target="/ppt/slides/slide39.xml" Id="R2ebb301de07c4413" /><Relationship Type="http://schemas.openxmlformats.org/officeDocument/2006/relationships/slide" Target="/ppt/slides/slide40.xml" Id="R8be4f0ec16a54c3f" /><Relationship Type="http://schemas.openxmlformats.org/officeDocument/2006/relationships/slide" Target="/ppt/slides/slide41.xml" Id="R2863f59d54424cee" /><Relationship Type="http://schemas.openxmlformats.org/officeDocument/2006/relationships/slide" Target="/ppt/slides/slide42.xml" Id="R72664d428dee4da7" /><Relationship Type="http://schemas.openxmlformats.org/officeDocument/2006/relationships/slide" Target="/ppt/slides/slide43.xml" Id="R34887c8052e14c91" /><Relationship Type="http://schemas.openxmlformats.org/officeDocument/2006/relationships/slide" Target="/ppt/slides/slide44.xml" Id="Rc3940d4a07de4790" /><Relationship Type="http://schemas.openxmlformats.org/officeDocument/2006/relationships/slide" Target="/ppt/slides/slide45.xml" Id="Rfa07b9557cf5425d" /><Relationship Type="http://schemas.openxmlformats.org/officeDocument/2006/relationships/slide" Target="/ppt/slides/slide46.xml" Id="R9796ecf996f846f9" /><Relationship Type="http://schemas.openxmlformats.org/officeDocument/2006/relationships/slide" Target="/ppt/slides/slide47.xml" Id="R2e90d910110643e6" /><Relationship Type="http://schemas.openxmlformats.org/officeDocument/2006/relationships/slide" Target="/ppt/slides/slide48.xml" Id="R9ca4055b560d463d" /><Relationship Type="http://schemas.openxmlformats.org/officeDocument/2006/relationships/slide" Target="/ppt/slides/slide49.xml" Id="Rd9c96c3ed4b54825" /><Relationship Type="http://schemas.openxmlformats.org/officeDocument/2006/relationships/slide" Target="/ppt/slides/slide50.xml" Id="R6d7df167a67d4dcf" /><Relationship Type="http://schemas.openxmlformats.org/officeDocument/2006/relationships/slide" Target="/ppt/slides/slide51.xml" Id="Ra4f1a832c74149eb" /><Relationship Type="http://schemas.openxmlformats.org/officeDocument/2006/relationships/slide" Target="/ppt/slides/slide52.xml" Id="Rcac0cf53d672446e" /><Relationship Type="http://schemas.openxmlformats.org/officeDocument/2006/relationships/slide" Target="/ppt/slides/slide53.xml" Id="Ra6f1d854c68d4e0f" /><Relationship Type="http://schemas.openxmlformats.org/officeDocument/2006/relationships/slide" Target="/ppt/slides/slide54.xml" Id="Re5186d65360244b4" /><Relationship Type="http://schemas.openxmlformats.org/officeDocument/2006/relationships/slide" Target="/ppt/slides/slide55.xml" Id="Ra3ca59700ce146e3" /><Relationship Type="http://schemas.openxmlformats.org/officeDocument/2006/relationships/slide" Target="/ppt/slides/slide56.xml" Id="Re9015db07abb45a1" /><Relationship Type="http://schemas.openxmlformats.org/officeDocument/2006/relationships/slide" Target="/ppt/slides/slide57.xml" Id="Ra927f5507b45460a" /><Relationship Type="http://schemas.openxmlformats.org/officeDocument/2006/relationships/slide" Target="/ppt/slides/slide58.xml" Id="Raa254bd480e54110" /><Relationship Type="http://schemas.openxmlformats.org/officeDocument/2006/relationships/slide" Target="/ppt/slides/slide59.xml" Id="R3b176e7d946940fd" /><Relationship Type="http://schemas.openxmlformats.org/officeDocument/2006/relationships/slide" Target="/ppt/slides/slide60.xml" Id="R124f10ec51db4a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230eb1e4eb47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417abca60143ac" /><Relationship Type="http://schemas.openxmlformats.org/officeDocument/2006/relationships/notesMaster" Target="/ppt/notesMasters/notesMaster1.xml" Id="Rc8c852e5d6aa4e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c260bf10fd4c36" /><Relationship Type="http://schemas.openxmlformats.org/officeDocument/2006/relationships/notesMaster" Target="/ppt/notesMasters/notesMaster1.xml" Id="Rc53b88c60d4f44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2c84f2ec46447d" /><Relationship Type="http://schemas.openxmlformats.org/officeDocument/2006/relationships/notesMaster" Target="/ppt/notesMasters/notesMaster1.xml" Id="Rea53c6d3c4e64b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4802612e774b4f" /><Relationship Type="http://schemas.openxmlformats.org/officeDocument/2006/relationships/notesMaster" Target="/ppt/notesMasters/notesMaster1.xml" Id="Re0b4554050a047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66d027f7f64a17" /><Relationship Type="http://schemas.openxmlformats.org/officeDocument/2006/relationships/notesMaster" Target="/ppt/notesMasters/notesMaster1.xml" Id="R748bdaccf5894b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a5079405424f08" /><Relationship Type="http://schemas.openxmlformats.org/officeDocument/2006/relationships/notesMaster" Target="/ppt/notesMasters/notesMaster1.xml" Id="R0f81d45bd2e94a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85679ed6c34fcb" /><Relationship Type="http://schemas.openxmlformats.org/officeDocument/2006/relationships/notesMaster" Target="/ppt/notesMasters/notesMaster1.xml" Id="Re82264d4351349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6664b0305645f6" /><Relationship Type="http://schemas.openxmlformats.org/officeDocument/2006/relationships/notesMaster" Target="/ppt/notesMasters/notesMaster1.xml" Id="R20a83b4f8734425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54290c85ed41fa" /><Relationship Type="http://schemas.openxmlformats.org/officeDocument/2006/relationships/notesMaster" Target="/ppt/notesMasters/notesMaster1.xml" Id="R6555641de2e44d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bd6489107d4b96" /><Relationship Type="http://schemas.openxmlformats.org/officeDocument/2006/relationships/notesMaster" Target="/ppt/notesMasters/notesMaster1.xml" Id="R06b5fd1ce18b4d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84762c3bc347ec" /><Relationship Type="http://schemas.openxmlformats.org/officeDocument/2006/relationships/notesMaster" Target="/ppt/notesMasters/notesMaster1.xml" Id="R5aced2ec40294f2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098697af244356" /><Relationship Type="http://schemas.openxmlformats.org/officeDocument/2006/relationships/notesMaster" Target="/ppt/notesMasters/notesMaster1.xml" Id="R5a7d7cf0cc5e46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3bf3895d3f4f6f" /><Relationship Type="http://schemas.openxmlformats.org/officeDocument/2006/relationships/notesMaster" Target="/ppt/notesMasters/notesMaster1.xml" Id="R8c0153407aac49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bf3f4c5d174350" /><Relationship Type="http://schemas.openxmlformats.org/officeDocument/2006/relationships/notesMaster" Target="/ppt/notesMasters/notesMaster1.xml" Id="R40be7fcf6ef048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682fd9b62143e9" /><Relationship Type="http://schemas.openxmlformats.org/officeDocument/2006/relationships/notesMaster" Target="/ppt/notesMasters/notesMaster1.xml" Id="R49559ecba68b45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827d3af3fc4da4" /><Relationship Type="http://schemas.openxmlformats.org/officeDocument/2006/relationships/notesMaster" Target="/ppt/notesMasters/notesMaster1.xml" Id="R70e90e3f6cac42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814a07bda14d4e" /><Relationship Type="http://schemas.openxmlformats.org/officeDocument/2006/relationships/notesMaster" Target="/ppt/notesMasters/notesMaster1.xml" Id="R02a903a3182c402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50fa7f25d946eb" /><Relationship Type="http://schemas.openxmlformats.org/officeDocument/2006/relationships/notesMaster" Target="/ppt/notesMasters/notesMaster1.xml" Id="Rb6cbb856c30742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fbad6053d54383" /><Relationship Type="http://schemas.openxmlformats.org/officeDocument/2006/relationships/notesMaster" Target="/ppt/notesMasters/notesMaster1.xml" Id="R1a2fb01d26f94b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60ababf31484227" /><Relationship Type="http://schemas.openxmlformats.org/officeDocument/2006/relationships/notesMaster" Target="/ppt/notesMasters/notesMaster1.xml" Id="Rde515466faf24cd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12e859eb2a45db" /><Relationship Type="http://schemas.openxmlformats.org/officeDocument/2006/relationships/notesMaster" Target="/ppt/notesMasters/notesMaster1.xml" Id="R00864b9a3d724df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d3e2d0ddf4f45e3" /><Relationship Type="http://schemas.openxmlformats.org/officeDocument/2006/relationships/notesMaster" Target="/ppt/notesMasters/notesMaster1.xml" Id="Re76e418f090b427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62ccca55e04340" /><Relationship Type="http://schemas.openxmlformats.org/officeDocument/2006/relationships/notesMaster" Target="/ppt/notesMasters/notesMaster1.xml" Id="R8eb4c01dcce34e7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01dc439978d4677" /><Relationship Type="http://schemas.openxmlformats.org/officeDocument/2006/relationships/notesMaster" Target="/ppt/notesMasters/notesMaster1.xml" Id="R78548d187ee047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695a9d02214b94" /><Relationship Type="http://schemas.openxmlformats.org/officeDocument/2006/relationships/notesMaster" Target="/ppt/notesMasters/notesMaster1.xml" Id="R97128ab22a824e9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3f9ad9bb13c48e2" /><Relationship Type="http://schemas.openxmlformats.org/officeDocument/2006/relationships/notesMaster" Target="/ppt/notesMasters/notesMaster1.xml" Id="Rae0f7559b9cf453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e0ee5f3017e41e8" /><Relationship Type="http://schemas.openxmlformats.org/officeDocument/2006/relationships/notesMaster" Target="/ppt/notesMasters/notesMaster1.xml" Id="Rd2c11f1a7e80471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65521924fcc41ce" /><Relationship Type="http://schemas.openxmlformats.org/officeDocument/2006/relationships/notesMaster" Target="/ppt/notesMasters/notesMaster1.xml" Id="Rff26fcfebe21436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bd91f71343041a9" /><Relationship Type="http://schemas.openxmlformats.org/officeDocument/2006/relationships/notesMaster" Target="/ppt/notesMasters/notesMaster1.xml" Id="R50b827304484446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c197338a9b2437a" /><Relationship Type="http://schemas.openxmlformats.org/officeDocument/2006/relationships/notesMaster" Target="/ppt/notesMasters/notesMaster1.xml" Id="Rec5c0977a20a440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dc653b26b34738" /><Relationship Type="http://schemas.openxmlformats.org/officeDocument/2006/relationships/notesMaster" Target="/ppt/notesMasters/notesMaster1.xml" Id="Re454fa837cd7475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2c6ca56b88a4800" /><Relationship Type="http://schemas.openxmlformats.org/officeDocument/2006/relationships/notesMaster" Target="/ppt/notesMasters/notesMaster1.xml" Id="Rf29f34f8e2ce41d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1f15433acf746ef" /><Relationship Type="http://schemas.openxmlformats.org/officeDocument/2006/relationships/notesMaster" Target="/ppt/notesMasters/notesMaster1.xml" Id="R3d631f48879a46d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04ea921f5854dd1" /><Relationship Type="http://schemas.openxmlformats.org/officeDocument/2006/relationships/notesMaster" Target="/ppt/notesMasters/notesMaster1.xml" Id="R7a6867516f5c420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0e006ca9e8c481e" /><Relationship Type="http://schemas.openxmlformats.org/officeDocument/2006/relationships/notesMaster" Target="/ppt/notesMasters/notesMaster1.xml" Id="R7ac0db6ab8e847e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71f1ead7fd54f8d" /><Relationship Type="http://schemas.openxmlformats.org/officeDocument/2006/relationships/notesMaster" Target="/ppt/notesMasters/notesMaster1.xml" Id="Rad6c6adffa2644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b374c2663094ee6" /><Relationship Type="http://schemas.openxmlformats.org/officeDocument/2006/relationships/notesMaster" Target="/ppt/notesMasters/notesMaster1.xml" Id="Re567b5a9e222433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513430d41ca41cd" /><Relationship Type="http://schemas.openxmlformats.org/officeDocument/2006/relationships/notesMaster" Target="/ppt/notesMasters/notesMaster1.xml" Id="R6ac13d65ff7c4cd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2e3967e82a14182" /><Relationship Type="http://schemas.openxmlformats.org/officeDocument/2006/relationships/notesMaster" Target="/ppt/notesMasters/notesMaster1.xml" Id="Ra40fb0e7bb9e40e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ea110041b8d48ff" /><Relationship Type="http://schemas.openxmlformats.org/officeDocument/2006/relationships/notesMaster" Target="/ppt/notesMasters/notesMaster1.xml" Id="R3a4ffc5a5ecc4e1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a6871315b004d47" /><Relationship Type="http://schemas.openxmlformats.org/officeDocument/2006/relationships/notesMaster" Target="/ppt/notesMasters/notesMaster1.xml" Id="Rbffede37d81f42c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d5ba13529e94a33" /><Relationship Type="http://schemas.openxmlformats.org/officeDocument/2006/relationships/notesMaster" Target="/ppt/notesMasters/notesMaster1.xml" Id="Rcb60ddcc6e0344d4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c8b61dcf58c4718" /><Relationship Type="http://schemas.openxmlformats.org/officeDocument/2006/relationships/notesMaster" Target="/ppt/notesMasters/notesMaster1.xml" Id="R6c27ba696754408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697613b0b344c8e" /><Relationship Type="http://schemas.openxmlformats.org/officeDocument/2006/relationships/notesMaster" Target="/ppt/notesMasters/notesMaster1.xml" Id="R4daeb037df5e49b9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ba61bc3b2894390" /><Relationship Type="http://schemas.openxmlformats.org/officeDocument/2006/relationships/notesMaster" Target="/ppt/notesMasters/notesMaster1.xml" Id="R7fa2afcb1c6e4d5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a13cae72f684de7" /><Relationship Type="http://schemas.openxmlformats.org/officeDocument/2006/relationships/notesMaster" Target="/ppt/notesMasters/notesMaster1.xml" Id="Re3462c78566d414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66cf467f65042f9" /><Relationship Type="http://schemas.openxmlformats.org/officeDocument/2006/relationships/notesMaster" Target="/ppt/notesMasters/notesMaster1.xml" Id="R1209de4518b3495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3677138417a477d" /><Relationship Type="http://schemas.openxmlformats.org/officeDocument/2006/relationships/notesMaster" Target="/ppt/notesMasters/notesMaster1.xml" Id="R93d1f69c00ee411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faa7540d7cb4516" /><Relationship Type="http://schemas.openxmlformats.org/officeDocument/2006/relationships/notesMaster" Target="/ppt/notesMasters/notesMaster1.xml" Id="Rcec29a55149641d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808d62500a74306" /><Relationship Type="http://schemas.openxmlformats.org/officeDocument/2006/relationships/notesMaster" Target="/ppt/notesMasters/notesMaster1.xml" Id="Rd777c19d6aa945b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7c052e292f174208" /><Relationship Type="http://schemas.openxmlformats.org/officeDocument/2006/relationships/notesMaster" Target="/ppt/notesMasters/notesMaster1.xml" Id="R462adc99eeea498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1e144ba63854283" /><Relationship Type="http://schemas.openxmlformats.org/officeDocument/2006/relationships/notesMaster" Target="/ppt/notesMasters/notesMaster1.xml" Id="Rc9a8c1143426416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d46e6fbfd9e4af8" /><Relationship Type="http://schemas.openxmlformats.org/officeDocument/2006/relationships/notesMaster" Target="/ppt/notesMasters/notesMaster1.xml" Id="Raace1fd847cd47b1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52bd2f6be7d41b8" /><Relationship Type="http://schemas.openxmlformats.org/officeDocument/2006/relationships/notesMaster" Target="/ppt/notesMasters/notesMaster1.xml" Id="Rfc1e11403c22410a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29332f2e3f6461d" /><Relationship Type="http://schemas.openxmlformats.org/officeDocument/2006/relationships/notesMaster" Target="/ppt/notesMasters/notesMaster1.xml" Id="R1517706fb93c4869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a0d7ad05773496f" /><Relationship Type="http://schemas.openxmlformats.org/officeDocument/2006/relationships/notesMaster" Target="/ppt/notesMasters/notesMaster1.xml" Id="R700c56053f4d4b95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f897a3492c84313" /><Relationship Type="http://schemas.openxmlformats.org/officeDocument/2006/relationships/notesMaster" Target="/ppt/notesMasters/notesMaster1.xml" Id="R1b13a778daf44dcb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e52aea0dcd24f24" /><Relationship Type="http://schemas.openxmlformats.org/officeDocument/2006/relationships/notesMaster" Target="/ppt/notesMasters/notesMaster1.xml" Id="Rcf18b6c26bd7424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5a8c59e4cb7414a" /><Relationship Type="http://schemas.openxmlformats.org/officeDocument/2006/relationships/notesMaster" Target="/ppt/notesMasters/notesMaster1.xml" Id="R2f9c7c0f145e46b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3cec5525f984ccb" /><Relationship Type="http://schemas.openxmlformats.org/officeDocument/2006/relationships/notesMaster" Target="/ppt/notesMasters/notesMaster1.xml" Id="R0c4b943d857a46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655912a0b74010" /><Relationship Type="http://schemas.openxmlformats.org/officeDocument/2006/relationships/image" Target="/ppt/media/image.png" Id="R1eabaab9e96344c6" /><Relationship Type="http://schemas.openxmlformats.org/officeDocument/2006/relationships/image" Target="/ppt/media/image2.png" Id="Rb520f3ba2dc34470" /><Relationship Type="http://schemas.openxmlformats.org/officeDocument/2006/relationships/image" Target="/ppt/media/image3.png" Id="Rbd52ae66b3d04478" /><Relationship Type="http://schemas.openxmlformats.org/officeDocument/2006/relationships/image" Target="/ppt/media/image4.png" Id="Rba8faf934c8d4b2a" /><Relationship Type="http://schemas.openxmlformats.org/officeDocument/2006/relationships/image" Target="/ppt/media/image5.png" Id="R94af23f0d58b41af" /><Relationship Type="http://schemas.openxmlformats.org/officeDocument/2006/relationships/image" Target="/ppt/media/image6.png" Id="R58fad44491a44ee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a6ed9654d49a0" /><Relationship Type="http://schemas.openxmlformats.org/officeDocument/2006/relationships/image" Target="/ppt/media/image.png" Id="Re2714b04ff4a47c5" /><Relationship Type="http://schemas.openxmlformats.org/officeDocument/2006/relationships/image" Target="/ppt/media/image5.png" Id="R0285b9035c354317" /><Relationship Type="http://schemas.openxmlformats.org/officeDocument/2006/relationships/image" Target="/ppt/media/image7.png" Id="R2f96afb121834577" /><Relationship Type="http://schemas.openxmlformats.org/officeDocument/2006/relationships/image" Target="/ppt/media/image4.png" Id="R15f502a028cd4ef1" /><Relationship Type="http://schemas.openxmlformats.org/officeDocument/2006/relationships/image" Target="/ppt/media/image3.png" Id="Raa63ab0849c24b1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65f55890744d4" /><Relationship Type="http://schemas.openxmlformats.org/officeDocument/2006/relationships/image" Target="/ppt/media/image.png" Id="Ra8e1f2c1a9f04b84" /><Relationship Type="http://schemas.openxmlformats.org/officeDocument/2006/relationships/image" Target="/ppt/media/image8.png" Id="Rb26b9ddd9ad84de0" /><Relationship Type="http://schemas.openxmlformats.org/officeDocument/2006/relationships/image" Target="/ppt/media/image6.png" Id="R5714789a63d04b5c" /><Relationship Type="http://schemas.openxmlformats.org/officeDocument/2006/relationships/image" Target="/ppt/media/image2.png" Id="R5f2ceaa24a7e44ad" /><Relationship Type="http://schemas.openxmlformats.org/officeDocument/2006/relationships/image" Target="/ppt/media/image3.png" Id="R453d10b7d7be448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34459e0fb4315" /><Relationship Type="http://schemas.openxmlformats.org/officeDocument/2006/relationships/image" Target="/ppt/media/image.png" Id="R516e3e6b8abd400b" /><Relationship Type="http://schemas.openxmlformats.org/officeDocument/2006/relationships/image" Target="/ppt/media/image5.png" Id="R29151cd7c62f4bf7" /><Relationship Type="http://schemas.openxmlformats.org/officeDocument/2006/relationships/image" Target="/ppt/media/image6.png" Id="Rd1c36301052e4552" /><Relationship Type="http://schemas.openxmlformats.org/officeDocument/2006/relationships/image" Target="/ppt/media/image2.png" Id="R61a7a1a399454d83" /><Relationship Type="http://schemas.openxmlformats.org/officeDocument/2006/relationships/image" Target="/ppt/media/image3.png" Id="Rd6d143e28a0c4e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89150043e42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ad125914514713" /><Relationship Type="http://schemas.openxmlformats.org/officeDocument/2006/relationships/image" Target="/ppt/media/image.png" Id="Rd564f864e0894806" /><Relationship Type="http://schemas.openxmlformats.org/officeDocument/2006/relationships/image" Target="/ppt/media/image8.png" Id="Ree9ba0524914415d" /><Relationship Type="http://schemas.openxmlformats.org/officeDocument/2006/relationships/image" Target="/ppt/media/image5.png" Id="R4fc1556087c04a5a" /><Relationship Type="http://schemas.openxmlformats.org/officeDocument/2006/relationships/image" Target="/ppt/media/image6.png" Id="R7de1450acf514dea" /><Relationship Type="http://schemas.openxmlformats.org/officeDocument/2006/relationships/image" Target="/ppt/media/image2.png" Id="R8c14e203c4964d91" /><Relationship Type="http://schemas.openxmlformats.org/officeDocument/2006/relationships/image" Target="/ppt/media/image3.png" Id="R45ca94c940c24897" /><Relationship Type="http://schemas.openxmlformats.org/officeDocument/2006/relationships/image" Target="/ppt/media/image4.png" Id="R5e10fae6fc6040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6174060a2402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ee6bc14c6466b" /><Relationship Type="http://schemas.openxmlformats.org/officeDocument/2006/relationships/image" Target="/ppt/media/image.png" Id="R3e008dec8a874d8c" /><Relationship Type="http://schemas.openxmlformats.org/officeDocument/2006/relationships/image" Target="/ppt/media/image8.png" Id="Rea9f1026beb24df5" /><Relationship Type="http://schemas.openxmlformats.org/officeDocument/2006/relationships/image" Target="/ppt/media/image6.png" Id="R3e4cb61fa0f44fe1" /><Relationship Type="http://schemas.openxmlformats.org/officeDocument/2006/relationships/image" Target="/ppt/media/image2.png" Id="Rdff617db00d7428c" /><Relationship Type="http://schemas.openxmlformats.org/officeDocument/2006/relationships/image" Target="/ppt/media/image3.png" Id="R4f261b5a0e1043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bcf8446f541f0" /><Relationship Type="http://schemas.openxmlformats.org/officeDocument/2006/relationships/image" Target="/ppt/media/image.png" Id="R56116e4608b34289" /><Relationship Type="http://schemas.openxmlformats.org/officeDocument/2006/relationships/image" Target="/ppt/media/image5.png" Id="Ra924adaf7fa14929" /><Relationship Type="http://schemas.openxmlformats.org/officeDocument/2006/relationships/image" Target="/ppt/media/image7.png" Id="R798e73f783af44b3" /><Relationship Type="http://schemas.openxmlformats.org/officeDocument/2006/relationships/image" Target="/ppt/media/image4.png" Id="Re0655b81cbe54f7c" /><Relationship Type="http://schemas.openxmlformats.org/officeDocument/2006/relationships/image" Target="/ppt/media/image3.png" Id="R844f0fcd3c1341c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060b4efe95495e" /><Relationship Type="http://schemas.openxmlformats.org/officeDocument/2006/relationships/image" Target="/ppt/media/image.png" Id="Ra6c89efcc0c94c4b" /><Relationship Type="http://schemas.openxmlformats.org/officeDocument/2006/relationships/image" Target="/ppt/media/image5.png" Id="R7bf0a3eb2cc64a79" /><Relationship Type="http://schemas.openxmlformats.org/officeDocument/2006/relationships/image" Target="/ppt/media/image6.png" Id="Ra7d24745e5b84760" /><Relationship Type="http://schemas.openxmlformats.org/officeDocument/2006/relationships/image" Target="/ppt/media/image2.png" Id="Rb275c19105594567" /><Relationship Type="http://schemas.openxmlformats.org/officeDocument/2006/relationships/image" Target="/ppt/media/image3.png" Id="R19cabbcb2d5645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728815fcdb4faa" /><Relationship Type="http://schemas.openxmlformats.org/officeDocument/2006/relationships/image" Target="/ppt/media/image.png" Id="R6cbefe8d04904b1c" /><Relationship Type="http://schemas.openxmlformats.org/officeDocument/2006/relationships/image" Target="/ppt/media/image4.png" Id="R9f13e5615df34575" /><Relationship Type="http://schemas.openxmlformats.org/officeDocument/2006/relationships/image" Target="/ppt/media/image3.png" Id="R98a531c6e7b84090" /><Relationship Type="http://schemas.openxmlformats.org/officeDocument/2006/relationships/image" Target="/ppt/media/image8.png" Id="R76bc20182c164449" /><Relationship Type="http://schemas.openxmlformats.org/officeDocument/2006/relationships/image" Target="/ppt/media/image5.png" Id="Rb33822f8d5a946a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0affcd48048ad" /><Relationship Type="http://schemas.openxmlformats.org/officeDocument/2006/relationships/image" Target="/ppt/media/image.png" Id="R846ee93d32ba4b32" /><Relationship Type="http://schemas.openxmlformats.org/officeDocument/2006/relationships/image" Target="/ppt/media/image7.png" Id="Rdeb41ff14d9743f8" /><Relationship Type="http://schemas.openxmlformats.org/officeDocument/2006/relationships/image" Target="/ppt/media/image5.png" Id="R6f19331266f24cc4" /><Relationship Type="http://schemas.openxmlformats.org/officeDocument/2006/relationships/image" Target="/ppt/media/image3.png" Id="Rdaee90f651cf491b" /><Relationship Type="http://schemas.openxmlformats.org/officeDocument/2006/relationships/image" Target="/ppt/media/image4.png" Id="R76df0218f4c84e5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60ec8cc7545f6" /><Relationship Type="http://schemas.openxmlformats.org/officeDocument/2006/relationships/image" Target="/ppt/media/image.png" Id="R1e3f4ba8c1204fe0" /><Relationship Type="http://schemas.openxmlformats.org/officeDocument/2006/relationships/image" Target="/ppt/media/image4.png" Id="R94ee19e38ea2499a" /><Relationship Type="http://schemas.openxmlformats.org/officeDocument/2006/relationships/image" Target="/ppt/media/image3.png" Id="Rc426c49020b44a6a" /><Relationship Type="http://schemas.openxmlformats.org/officeDocument/2006/relationships/image" Target="/ppt/media/image5.png" Id="R4c64a7f298184bef" /><Relationship Type="http://schemas.openxmlformats.org/officeDocument/2006/relationships/image" Target="/ppt/media/image6.png" Id="Rc40fe645f8d44b44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Google Shape;9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baab9e96344c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528F1E7E-241C-4A4A-A039-0DA10DB3E95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CA76781E-321D-4E84-A53B-7946C2A66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42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 xmlns:a="http://schemas.openxmlformats.org/drawingml/2006/main"/>
        </p:txBody>
      </p:sp>
      <p:pic>
        <p:nvPicPr>
          <p:cNvPr id="22" name="Google Shape;14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0f3ba2dc3447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2641212" y="4619119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" name="Google Shape;15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2ae66b3d0447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307888" y="4849412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" name="Google Shape;17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faf934c8d4b2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25" y="1613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" name="Google Shape;18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52ae66b3d0447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8300" y="2482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" name="Google Shape;20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af23f0d58b41a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899269" y="-740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" name="Google Shape;21;p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ad44491a44ee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6819" y="38993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Google Shape;57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14b04ff4a47c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8" name="Google Shape;58;p7">
            <a:extLst xmlns:a="http://schemas.openxmlformats.org/drawingml/2006/main">
              <a:ext uri="{FF2B5EF4-FFF2-40B4-BE49-F238E27FC236}">
                <a16:creationId xmlns:a16="http://schemas.microsoft.com/office/drawing/2014/main" id="{EFC47785-8899-474F-B2BA-912A9D62A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7">
            <a:extLst xmlns:a="http://schemas.openxmlformats.org/drawingml/2006/main">
              <a:ext uri="{FF2B5EF4-FFF2-40B4-BE49-F238E27FC236}">
                <a16:creationId xmlns:a16="http://schemas.microsoft.com/office/drawing/2014/main" id="{81392D12-D66F-4DF3-9781-F244903B0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60" name="Google Shape;60;p7">
            <a:extLst xmlns:a="http://schemas.openxmlformats.org/drawingml/2006/main">
              <a:ext uri="{FF2B5EF4-FFF2-40B4-BE49-F238E27FC236}">
                <a16:creationId xmlns:a16="http://schemas.microsoft.com/office/drawing/2014/main" id="{58B3B346-D499-4846-ACDC-76BCE0396D6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Google Shape;61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5b9035c35431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1" name="Google Shape;6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96afb121834577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2" name="Google Shape;64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502a028cd4ef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3" name="Google Shape;65;p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3ab0849c24b1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Google Shape;67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e1f2c1a9f04b8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8" name="Google Shape;68;p8">
            <a:extLst xmlns:a="http://schemas.openxmlformats.org/drawingml/2006/main">
              <a:ext uri="{FF2B5EF4-FFF2-40B4-BE49-F238E27FC236}">
                <a16:creationId xmlns:a16="http://schemas.microsoft.com/office/drawing/2014/main" id="{C5D01D96-9E98-477C-A5D4-B2F2736E3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17950" y="1307100"/>
            <a:ext cx="4508100" cy="2529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pic>
        <p:nvPicPr>
          <p:cNvPr id="76" name="Google Shape;69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6b9ddd9ad84de0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0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4789a63d04b5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8" name="Google Shape;72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ceaa24a7e44a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" name="Google Shape;73;p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d10b7d7be448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3" name="Google Shape;75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e3e6b8abd400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" name="Google Shape;76;p9">
            <a:extLst xmlns:a="http://schemas.openxmlformats.org/drawingml/2006/main">
              <a:ext uri="{FF2B5EF4-FFF2-40B4-BE49-F238E27FC236}">
                <a16:creationId xmlns:a16="http://schemas.microsoft.com/office/drawing/2014/main" id="{5D45787E-88B7-404C-AE8D-FAEFE01A5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9">
            <a:extLst xmlns:a="http://schemas.openxmlformats.org/drawingml/2006/main">
              <a:ext uri="{FF2B5EF4-FFF2-40B4-BE49-F238E27FC236}">
                <a16:creationId xmlns:a16="http://schemas.microsoft.com/office/drawing/2014/main" id="{5BDF68FD-414A-44A1-87BB-E0BAD0DCA7B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pic>
        <p:nvPicPr>
          <p:cNvPr id="86" name="Google Shape;79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51cd7c62f4bf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210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7" name="Google Shape;80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36301052e455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8" name="Google Shape;82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7a1a399454d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2100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9" name="Google Shape;83;p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143e28a0c4e6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Google Shape;85;p10">
            <a:extLst xmlns:a="http://schemas.openxmlformats.org/drawingml/2006/main">
              <a:ext uri="{FF2B5EF4-FFF2-40B4-BE49-F238E27FC236}">
                <a16:creationId xmlns:a16="http://schemas.microsoft.com/office/drawing/2014/main" id="{49F3D90A-A4C7-498B-B9AB-556830F2FC7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Google Shape;86;p10">
            <a:extLst xmlns:a="http://schemas.openxmlformats.org/drawingml/2006/main">
              <a:ext uri="{FF2B5EF4-FFF2-40B4-BE49-F238E27FC236}">
                <a16:creationId xmlns:a16="http://schemas.microsoft.com/office/drawing/2014/main" id="{138F944B-7A79-4EEC-ACFB-1127181FDF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014450"/>
            <a:ext cx="7704000" cy="572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9" name="Google Shape;8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4f864e089480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9" name="Google Shape;89;p11">
            <a:extLst xmlns:a="http://schemas.openxmlformats.org/drawingml/2006/main">
              <a:ext uri="{FF2B5EF4-FFF2-40B4-BE49-F238E27FC236}">
                <a16:creationId xmlns:a16="http://schemas.microsoft.com/office/drawing/2014/main" id="{FC132597-4BD5-4FB3-A38E-9C316C40764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2476500" y="1872450"/>
            <a:ext cx="4191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0" name="Google Shape;90;p11">
            <a:extLst xmlns:a="http://schemas.openxmlformats.org/drawingml/2006/main">
              <a:ext uri="{FF2B5EF4-FFF2-40B4-BE49-F238E27FC236}">
                <a16:creationId xmlns:a16="http://schemas.microsoft.com/office/drawing/2014/main" id="{FC6068DF-7666-4B14-84D6-6347EA286D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476500" y="2839950"/>
            <a:ext cx="4191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 xmlns:a="http://schemas.openxmlformats.org/drawingml/2006/main"/>
        </p:txBody>
      </p:sp>
      <p:pic>
        <p:nvPicPr>
          <p:cNvPr id="102" name="Google Shape;9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ba0524914415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>
            <a:off x="-170784" y="263618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3" name="Google Shape;93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1556087c04a5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7892450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4" name="Google Shape;94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1450acf514de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39067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5" name="Google Shape;97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14e203c4964d9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2638561" y="4624325"/>
            <a:ext cx="6515501" cy="529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98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a94c940c2489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1" flipV="0">
            <a:off x="-7305237" y="485461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7" name="Google Shape;100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0fae6fc6040f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5031" y="0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8" name="Google Shape;101;p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a94c940c2489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270156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matchingName="Title and text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3" name="Google Shape;125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08dec8a874d8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4">
            <a:extLst xmlns:a="http://schemas.openxmlformats.org/drawingml/2006/main">
              <a:ext uri="{FF2B5EF4-FFF2-40B4-BE49-F238E27FC236}">
                <a16:creationId xmlns:a16="http://schemas.microsoft.com/office/drawing/2014/main" id="{D9037269-383F-4EC4-9567-6E942049B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27" name="Google Shape;127;p14">
            <a:extLst xmlns:a="http://schemas.openxmlformats.org/drawingml/2006/main">
              <a:ext uri="{FF2B5EF4-FFF2-40B4-BE49-F238E27FC236}">
                <a16:creationId xmlns:a16="http://schemas.microsoft.com/office/drawing/2014/main" id="{B6391AC9-3E2F-453F-A0DA-98BE3018850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 xmlns:a="http://schemas.openxmlformats.org/drawingml/2006/main"/>
        </p:txBody>
      </p:sp>
      <p:pic>
        <p:nvPicPr>
          <p:cNvPr id="136" name="Google Shape;12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9f1026beb24df5">
            <a:alphaModFix/>
          </a:blip>
          <a:srcRect xmlns:a="http://schemas.openxmlformats.org/drawingml/2006/main" l="0" t="0" r="0" b="22420"/>
          <a:stretch xmlns:a="http://schemas.openxmlformats.org/drawingml/2006/main"/>
        </p:blipFill>
        <p:spPr>
          <a:xfrm xmlns:a="http://schemas.openxmlformats.org/drawingml/2006/main" rot="5400000">
            <a:off x="-257665" y="461283"/>
            <a:ext cx="1768000" cy="1047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29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cb61fa0f44fe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>
            <a:off x="7890675" y="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31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617db00d7428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881699" y="4752250"/>
            <a:ext cx="5260526" cy="38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32;p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61b5a0e1043e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9117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Title and text 2">
  <p:cSld name="ONE_COLUMN_TEXT_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9" name="Google Shape;134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16e4608b342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5" name="Google Shape;135;p15">
            <a:extLst xmlns:a="http://schemas.openxmlformats.org/drawingml/2006/main">
              <a:ext uri="{FF2B5EF4-FFF2-40B4-BE49-F238E27FC236}">
                <a16:creationId xmlns:a16="http://schemas.microsoft.com/office/drawing/2014/main" id="{0CD5FC3D-BCC9-41AE-8513-0526A0D6C5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36" name="Google Shape;136;p15">
            <a:extLst xmlns:a="http://schemas.openxmlformats.org/drawingml/2006/main">
              <a:ext uri="{FF2B5EF4-FFF2-40B4-BE49-F238E27FC236}">
                <a16:creationId xmlns:a16="http://schemas.microsoft.com/office/drawing/2014/main" id="{CBA56E55-1DAC-4849-AEA4-6E3EED919A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3225" y="2109663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1F6C7875-E85B-440B-8051-DF2B92BC5C1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643775" y="539500"/>
            <a:ext cx="2787000" cy="4064400"/>
          </a:xfrm>
          <a:prstGeom xmlns:a="http://schemas.openxmlformats.org/drawingml/2006/main" prst="round2DiagRect">
            <a:avLst>
              <a:gd name="adj1" fmla="val 16667"/>
              <a:gd name="adj2" fmla="val 0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53" name="Google Shape;138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4adaf7fa1492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-25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3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8e73f783af44b3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7509601" y="3503753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5" name="Google Shape;141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55b81cbe54f7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0"/>
            <a:ext cx="5837899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" name="Google Shape;142;p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f0fcd3c1341c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4660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3" name="Google Shape;143;p15">
            <a:extLst xmlns:a="http://schemas.openxmlformats.org/drawingml/2006/main">
              <a:ext uri="{FF2B5EF4-FFF2-40B4-BE49-F238E27FC236}">
                <a16:creationId xmlns:a16="http://schemas.microsoft.com/office/drawing/2014/main" id="{DF33C033-36E6-4591-B62D-B14B5CC16F5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250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itle and four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2" name="Google Shape;187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89efcc0c94c4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8" name="Google Shape;188;p20">
            <a:extLst xmlns:a="http://schemas.openxmlformats.org/drawingml/2006/main">
              <a:ext uri="{FF2B5EF4-FFF2-40B4-BE49-F238E27FC236}">
                <a16:creationId xmlns:a16="http://schemas.microsoft.com/office/drawing/2014/main" id="{1ECA3992-5A79-403D-99A9-EB77B657F6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89" name="Google Shape;189;p20">
            <a:extLst xmlns:a="http://schemas.openxmlformats.org/drawingml/2006/main">
              <a:ext uri="{FF2B5EF4-FFF2-40B4-BE49-F238E27FC236}">
                <a16:creationId xmlns:a16="http://schemas.microsoft.com/office/drawing/2014/main" id="{80C2C6D0-1608-4CCF-99D4-41A97B96F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0" name="Google Shape;190;p20">
            <a:extLst xmlns:a="http://schemas.openxmlformats.org/drawingml/2006/main">
              <a:ext uri="{FF2B5EF4-FFF2-40B4-BE49-F238E27FC236}">
                <a16:creationId xmlns:a16="http://schemas.microsoft.com/office/drawing/2014/main" id="{0D5CA3AF-4EC8-41B2-90CB-7DC1F3D44BC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1" name="Google Shape;191;p20">
            <a:extLst xmlns:a="http://schemas.openxmlformats.org/drawingml/2006/main">
              <a:ext uri="{FF2B5EF4-FFF2-40B4-BE49-F238E27FC236}">
                <a16:creationId xmlns:a16="http://schemas.microsoft.com/office/drawing/2014/main" id="{2F76485C-7E72-42C5-A72D-E71EF041FD0D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2" name="Google Shape;192;p20">
            <a:extLst xmlns:a="http://schemas.openxmlformats.org/drawingml/2006/main">
              <a:ext uri="{FF2B5EF4-FFF2-40B4-BE49-F238E27FC236}">
                <a16:creationId xmlns:a16="http://schemas.microsoft.com/office/drawing/2014/main" id="{884125E8-F49C-4BEC-960B-1B432690D930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20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 xmlns:a="http://schemas.openxmlformats.org/drawingml/2006/main"/>
        </p:txBody>
      </p:sp>
      <p:sp>
        <p:nvSpPr>
          <p:cNvPr id="193" name="Google Shape;193;p20">
            <a:extLst xmlns:a="http://schemas.openxmlformats.org/drawingml/2006/main">
              <a:ext uri="{FF2B5EF4-FFF2-40B4-BE49-F238E27FC236}">
                <a16:creationId xmlns:a16="http://schemas.microsoft.com/office/drawing/2014/main" id="{3EAB6ABE-F8CE-4172-AB18-31AA6B9C356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4" name="Google Shape;194;p20">
            <a:extLst xmlns:a="http://schemas.openxmlformats.org/drawingml/2006/main">
              <a:ext uri="{FF2B5EF4-FFF2-40B4-BE49-F238E27FC236}">
                <a16:creationId xmlns:a16="http://schemas.microsoft.com/office/drawing/2014/main" id="{C65DD897-1E58-4928-83BC-1EE1217FC309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5" name="Google Shape;195;p20">
            <a:extLst xmlns:a="http://schemas.openxmlformats.org/drawingml/2006/main">
              <a:ext uri="{FF2B5EF4-FFF2-40B4-BE49-F238E27FC236}">
                <a16:creationId xmlns:a16="http://schemas.microsoft.com/office/drawing/2014/main" id="{31FC6403-B407-4036-B972-AC5FB728A5E9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96" name="Google Shape;196;p20">
            <a:extLst xmlns:a="http://schemas.openxmlformats.org/drawingml/2006/main">
              <a:ext uri="{FF2B5EF4-FFF2-40B4-BE49-F238E27FC236}">
                <a16:creationId xmlns:a16="http://schemas.microsoft.com/office/drawing/2014/main" id="{804B12F5-ACC1-4EFC-96F8-7515F8E9EDD9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212" name="Google Shape;198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0a3eb2cc64a7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8171225" y="-4719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3" name="Google Shape;199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24745e5b8476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5400000" flipH="1" flipV="0">
            <a:off x="-1" y="4170713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4" name="Google Shape;201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5c1910559456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0" y="-4719"/>
            <a:ext cx="4881173" cy="365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02;p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abbcb2d5645f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3032338" y="143636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Title only 3">
  <p:cSld name="TITLE_ONLY_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0" name="Google Shape;253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efe8d04904b1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4" name="Google Shape;254;p25">
            <a:extLst xmlns:a="http://schemas.openxmlformats.org/drawingml/2006/main">
              <a:ext uri="{FF2B5EF4-FFF2-40B4-BE49-F238E27FC236}">
                <a16:creationId xmlns:a16="http://schemas.microsoft.com/office/drawing/2014/main" id="{9FD9FE2C-0D04-4C72-8CA9-DCAA080638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pic>
        <p:nvPicPr>
          <p:cNvPr id="262" name="Google Shape;256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3e5615df3457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3" name="Google Shape;257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531c6e7b8409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4" name="Google Shape;258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6bc20182c164449">
            <a:alphaModFix/>
          </a:blip>
          <a:srcRect xmlns:a="http://schemas.openxmlformats.org/drawingml/2006/main" l="0" t="0" r="56111" b="41941"/>
          <a:stretch xmlns:a="http://schemas.openxmlformats.org/drawingml/2006/main"/>
        </p:blipFill>
        <p:spPr>
          <a:xfrm xmlns:a="http://schemas.openxmlformats.org/drawingml/2006/main" rot="-5400000">
            <a:off x="8325038" y="4266787"/>
            <a:ext cx="775950" cy="784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5" name="Google Shape;259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822f8d5a946a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-5400000" flipH="1">
            <a:off x="0" y="4170725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Background">
  <p:cSld name="CUSTOM_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Google Shape;301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ee93d32ba4b3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" name="Google Shape;302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ee93d32ba4b3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" name="Google Shape;303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b41ff14d9743f8">
            <a:alphaModFix/>
          </a:blip>
          <a:srcRect xmlns:a="http://schemas.openxmlformats.org/drawingml/2006/main" l="0" t="130" r="0" b="130"/>
          <a:stretch xmlns:a="http://schemas.openxmlformats.org/drawingml/2006/main"/>
        </p:blipFill>
        <p:spPr>
          <a:xfrm xmlns:a="http://schemas.openxmlformats.org/drawingml/2006/main" rot="-5400000">
            <a:off x="-145124" y="3582752"/>
            <a:ext cx="1716695" cy="13079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" name="Google Shape;304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9331266f24c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6088" y="-13650"/>
            <a:ext cx="1251550" cy="1251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" name="Google Shape;306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e90f651cf491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H="0" flipV="0">
            <a:off x="7293388" y="4840980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" name="Google Shape;308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f0218f4c84e5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-13638"/>
            <a:ext cx="6523526" cy="536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" name="Google Shape;309;p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e90f651cf491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5125" y="232968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3.xml><?xml version="1.0" encoding="utf-8"?>
<p:sldLayout xmlns:p="http://schemas.openxmlformats.org/presentationml/2006/main" matchingName="Table of contents">
  <p:cSld name="Table of 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Google Shape;104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f4ba8c1204fe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5" y="0"/>
            <a:ext cx="914400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3">
            <a:extLst xmlns:a="http://schemas.openxmlformats.org/drawingml/2006/main">
              <a:ext uri="{FF2B5EF4-FFF2-40B4-BE49-F238E27FC236}">
                <a16:creationId xmlns:a16="http://schemas.microsoft.com/office/drawing/2014/main" id="{2ED94A0F-472A-4E28-9EEF-FCF3685D63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 xmlns:a="http://schemas.openxmlformats.org/drawingml/2006/main"/>
        </p:txBody>
      </p:sp>
      <p:sp>
        <p:nvSpPr>
          <p:cNvPr id="106" name="Google Shape;106;p13">
            <a:extLst xmlns:a="http://schemas.openxmlformats.org/drawingml/2006/main">
              <a:ext uri="{FF2B5EF4-FFF2-40B4-BE49-F238E27FC236}">
                <a16:creationId xmlns:a16="http://schemas.microsoft.com/office/drawing/2014/main" id="{762D3405-D9A1-41CF-8D06-98C3425A697A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35B6FBA8-E627-4C4C-85AB-188A3C5A33EF}"/>
              </a:ext>
            </a:extLst>
          </p:cNvPr>
          <p:cNvSpPr>
            <a:spLocks xmlns:a="http://schemas.openxmlformats.org/drawingml/2006/main" noGrp="1"/>
          </p:cNvSpPr>
          <p:nvPr>
            <p:ph type="title" idx="3" hasCustomPrompt="1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60EDAE2D-8DA4-4DE7-9CDA-B09EEFCED9BF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0426A19B-A51F-42FC-8143-6CC43C6ABF01}"/>
              </a:ext>
            </a:extLst>
          </p:cNvPr>
          <p:cNvSpPr>
            <a:spLocks xmlns:a="http://schemas.openxmlformats.org/drawingml/2006/main" noGrp="1"/>
          </p:cNvSpPr>
          <p:nvPr>
            <p:ph type="title" idx="5" hasCustomPrompt="1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0" name="Google Shape;110;p13">
            <a:extLst xmlns:a="http://schemas.openxmlformats.org/drawingml/2006/main">
              <a:ext uri="{FF2B5EF4-FFF2-40B4-BE49-F238E27FC236}">
                <a16:creationId xmlns:a16="http://schemas.microsoft.com/office/drawing/2014/main" id="{4DE9B954-9F18-4475-B966-E55300BC0580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1" name="Google Shape;111;p13">
            <a:extLst xmlns:a="http://schemas.openxmlformats.org/drawingml/2006/main">
              <a:ext uri="{FF2B5EF4-FFF2-40B4-BE49-F238E27FC236}">
                <a16:creationId xmlns:a16="http://schemas.microsoft.com/office/drawing/2014/main" id="{AAFD5EC8-4D3A-4032-8FEA-157A91E0245F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12" name="Google Shape;112;p13">
            <a:extLst xmlns:a="http://schemas.openxmlformats.org/drawingml/2006/main">
              <a:ext uri="{FF2B5EF4-FFF2-40B4-BE49-F238E27FC236}">
                <a16:creationId xmlns:a16="http://schemas.microsoft.com/office/drawing/2014/main" id="{EC3B5AE6-69C6-42D4-96D3-0AC2C2ECBF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62D0D8B7-97FE-449A-A5BF-E5E9E4359153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0ACB55F5-C3E3-4B50-B750-254E7B244651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C954AB14-46CE-4462-9AA9-1E8C382520AD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6" name="Google Shape;116;p13">
            <a:extLst xmlns:a="http://schemas.openxmlformats.org/drawingml/2006/main">
              <a:ext uri="{FF2B5EF4-FFF2-40B4-BE49-F238E27FC236}">
                <a16:creationId xmlns:a16="http://schemas.microsoft.com/office/drawing/2014/main" id="{0D9B4770-0511-4CD3-8CF2-7F32E33856AC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sp>
        <p:nvSpPr>
          <p:cNvPr id="117" name="Google Shape;117;p13">
            <a:extLst xmlns:a="http://schemas.openxmlformats.org/drawingml/2006/main">
              <a:ext uri="{FF2B5EF4-FFF2-40B4-BE49-F238E27FC236}">
                <a16:creationId xmlns:a16="http://schemas.microsoft.com/office/drawing/2014/main" id="{FF588C83-60C8-4027-8083-41A735F3A891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 b="1"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 xmlns:a="http://schemas.openxmlformats.org/drawingml/2006/main"/>
        </p:txBody>
      </p:sp>
      <p:pic>
        <p:nvPicPr>
          <p:cNvPr id="137" name="Google Shape;119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e19e38ea2499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620475" y="0"/>
            <a:ext cx="6523526" cy="369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8" name="Google Shape;120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6c49020b44a6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2355350" y="150455"/>
            <a:ext cx="1585464" cy="6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22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64a7f298184b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171225" y="0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23;p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fe645f8d44b4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0" y="4170737"/>
            <a:ext cx="972775" cy="972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35c60280784f1e" /><Relationship Type="http://schemas.openxmlformats.org/officeDocument/2006/relationships/slideLayout" Target="/ppt/slideLayouts/slideLayout1.xml" Id="R9ced91913f264745" /><Relationship Type="http://schemas.openxmlformats.org/officeDocument/2006/relationships/slideLayout" Target="/ppt/slideLayouts/slideLayout2.xml" Id="R5983884398004b6a" /><Relationship Type="http://schemas.openxmlformats.org/officeDocument/2006/relationships/slideLayout" Target="/ppt/slideLayouts/slideLayout3.xml" Id="Rdde6f448fd164603" /><Relationship Type="http://schemas.openxmlformats.org/officeDocument/2006/relationships/slideLayout" Target="/ppt/slideLayouts/slideLayout4.xml" Id="Rf736a358962a46ac" /><Relationship Type="http://schemas.openxmlformats.org/officeDocument/2006/relationships/slideLayout" Target="/ppt/slideLayouts/slideLayout5.xml" Id="R9bc198ee96224024" /><Relationship Type="http://schemas.openxmlformats.org/officeDocument/2006/relationships/slideLayout" Target="/ppt/slideLayouts/slideLayout6.xml" Id="R086828ad75f84532" /><Relationship Type="http://schemas.openxmlformats.org/officeDocument/2006/relationships/slideLayout" Target="/ppt/slideLayouts/slideLayout7.xml" Id="R20bead5f55cc48b3" /><Relationship Type="http://schemas.openxmlformats.org/officeDocument/2006/relationships/slideLayout" Target="/ppt/slideLayouts/slideLayout8.xml" Id="Rbd7d6be383c34b9a" /><Relationship Type="http://schemas.openxmlformats.org/officeDocument/2006/relationships/slideLayout" Target="/ppt/slideLayouts/slideLayout9.xml" Id="Rc99805aa32264a43" /><Relationship Type="http://schemas.openxmlformats.org/officeDocument/2006/relationships/slideLayout" Target="/ppt/slideLayouts/slideLayout10.xml" Id="Rb237585279a9456f" /><Relationship Type="http://schemas.openxmlformats.org/officeDocument/2006/relationships/slideLayout" Target="/ppt/slideLayouts/slideLayout11.xml" Id="Rd3bdb4074c9541ee" /><Relationship Type="http://schemas.openxmlformats.org/officeDocument/2006/relationships/slideLayout" Target="/ppt/slideLayouts/slideLayout12.xml" Id="R813c072815d14910" /><Relationship Type="http://schemas.openxmlformats.org/officeDocument/2006/relationships/slideLayout" Target="/ppt/slideLayouts/slideLayout13.xml" Id="R5b52aa82362544d7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EC20CF3-9F52-4ADB-9CDE-A377E04A4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445025"/>
            <a:ext cx="77175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42F17634-F04E-4814-8639-9F09FA1B42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3225" y="1152475"/>
            <a:ext cx="77175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ed91913f264745"/>
    <p:sldLayoutId xmlns:r="http://schemas.openxmlformats.org/officeDocument/2006/relationships" id="2147483650" r:id="R5983884398004b6a"/>
    <p:sldLayoutId xmlns:r="http://schemas.openxmlformats.org/officeDocument/2006/relationships" id="2147483651" r:id="Rdde6f448fd164603"/>
    <p:sldLayoutId xmlns:r="http://schemas.openxmlformats.org/officeDocument/2006/relationships" id="2147483652" r:id="Rf736a358962a46ac"/>
    <p:sldLayoutId xmlns:r="http://schemas.openxmlformats.org/officeDocument/2006/relationships" id="2147483653" r:id="R9bc198ee96224024"/>
    <p:sldLayoutId xmlns:r="http://schemas.openxmlformats.org/officeDocument/2006/relationships" id="2147483654" r:id="R086828ad75f84532"/>
    <p:sldLayoutId xmlns:r="http://schemas.openxmlformats.org/officeDocument/2006/relationships" id="2147483655" r:id="R20bead5f55cc48b3"/>
    <p:sldLayoutId xmlns:r="http://schemas.openxmlformats.org/officeDocument/2006/relationships" id="2147483656" r:id="Rbd7d6be383c34b9a"/>
    <p:sldLayoutId xmlns:r="http://schemas.openxmlformats.org/officeDocument/2006/relationships" id="2147483657" r:id="Rc99805aa32264a43"/>
    <p:sldLayoutId xmlns:r="http://schemas.openxmlformats.org/officeDocument/2006/relationships" id="2147483658" r:id="Rb237585279a9456f"/>
    <p:sldLayoutId xmlns:r="http://schemas.openxmlformats.org/officeDocument/2006/relationships" id="2147483659" r:id="Rd3bdb4074c9541ee"/>
    <p:sldLayoutId xmlns:r="http://schemas.openxmlformats.org/officeDocument/2006/relationships" id="2147483660" r:id="R813c072815d14910"/>
    <p:sldLayoutId xmlns:r="http://schemas.openxmlformats.org/officeDocument/2006/relationships" id="2147483661" r:id="R5b52aa82362544d7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6dfd9617742d0" /><Relationship Type="http://schemas.openxmlformats.org/officeDocument/2006/relationships/notesSlide" Target="/ppt/notesSlides/notesSlide1.xml" Id="R27314c8d4fe549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2247750654ac6" /><Relationship Type="http://schemas.openxmlformats.org/officeDocument/2006/relationships/notesSlide" Target="/ppt/notesSlides/notesSlide2.xml" Id="Rc882b77b5df142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4603c0bc5024846" /><Relationship Type="http://schemas.openxmlformats.org/officeDocument/2006/relationships/image" Target="/ppt/media/image.jpeg" Id="R1c33c5104a9a4750" /><Relationship Type="http://schemas.openxmlformats.org/officeDocument/2006/relationships/notesSlide" Target="/ppt/notesSlides/notesSlide3.xml" Id="R1478059b8a3f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1ee55c794f0459b" /><Relationship Type="http://schemas.openxmlformats.org/officeDocument/2006/relationships/notesSlide" Target="/ppt/notesSlides/notesSlide4.xml" Id="R31be77ce58b645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b91e4ff6d134ca0" /><Relationship Type="http://schemas.openxmlformats.org/officeDocument/2006/relationships/notesSlide" Target="/ppt/notesSlides/notesSlide5.xml" Id="R11b9bb4b554c4a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3b2e549a492444a" /><Relationship Type="http://schemas.openxmlformats.org/officeDocument/2006/relationships/notesSlide" Target="/ppt/notesSlides/notesSlide6.xml" Id="R2ba2942dd1d343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b3d86cbdd1044d21" /><Relationship Type="http://schemas.openxmlformats.org/officeDocument/2006/relationships/notesSlide" Target="/ppt/notesSlides/notesSlide7.xml" Id="R92ca9f7572be4a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156c9874d9a4d4e" /><Relationship Type="http://schemas.openxmlformats.org/officeDocument/2006/relationships/notesSlide" Target="/ppt/notesSlides/notesSlide8.xml" Id="R82b04b5a6c3d4f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608efcc40c2f4b69" /><Relationship Type="http://schemas.openxmlformats.org/officeDocument/2006/relationships/image" Target="/ppt/media/image8.png" Id="R93ba33042fa94e1e" /><Relationship Type="http://schemas.openxmlformats.org/officeDocument/2006/relationships/notesSlide" Target="/ppt/notesSlides/notesSlide9.xml" Id="R7cfe21b6fd3b43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274ee7d891f48dc" /><Relationship Type="http://schemas.openxmlformats.org/officeDocument/2006/relationships/notesSlide" Target="/ppt/notesSlides/notesSlide10.xml" Id="Ra39b34a056324a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2c0927b66c14741" /><Relationship Type="http://schemas.openxmlformats.org/officeDocument/2006/relationships/image" Target="/ppt/media/image9.png" Id="R3aae9b9f062b4d4f" /><Relationship Type="http://schemas.openxmlformats.org/officeDocument/2006/relationships/notesSlide" Target="/ppt/notesSlides/notesSlide11.xml" Id="R66e4ff908e9744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e168e2526bc42f5" /><Relationship Type="http://schemas.openxmlformats.org/officeDocument/2006/relationships/notesSlide" Target="/ppt/notesSlides/notesSlide12.xml" Id="R07f9b5a4f96f49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1d98f4e6f664d38" /><Relationship Type="http://schemas.openxmlformats.org/officeDocument/2006/relationships/notesSlide" Target="/ppt/notesSlides/notesSlide13.xml" Id="R54404847db63425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d353715a71941ea" /><Relationship Type="http://schemas.openxmlformats.org/officeDocument/2006/relationships/notesSlide" Target="/ppt/notesSlides/notesSlide14.xml" Id="R49c30e5d4df14d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d5acb2d8b0d4d96" /><Relationship Type="http://schemas.openxmlformats.org/officeDocument/2006/relationships/notesSlide" Target="/ppt/notesSlides/notesSlide15.xml" Id="R00a57a6d2c8a47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2f75e7c04a04453" /><Relationship Type="http://schemas.openxmlformats.org/officeDocument/2006/relationships/notesSlide" Target="/ppt/notesSlides/notesSlide16.xml" Id="Raff4a840b1954b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1681dc306db4789" /><Relationship Type="http://schemas.openxmlformats.org/officeDocument/2006/relationships/notesSlide" Target="/ppt/notesSlides/notesSlide17.xml" Id="R6bf3f520fa3947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b223fc7b8374518" /><Relationship Type="http://schemas.openxmlformats.org/officeDocument/2006/relationships/notesSlide" Target="/ppt/notesSlides/notesSlide18.xml" Id="R47d04c5f33f3482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6dff4b72b9b4819" /><Relationship Type="http://schemas.openxmlformats.org/officeDocument/2006/relationships/notesSlide" Target="/ppt/notesSlides/notesSlide19.xml" Id="Re03e8749cc7647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88e23aaf6414257" /><Relationship Type="http://schemas.openxmlformats.org/officeDocument/2006/relationships/notesSlide" Target="/ppt/notesSlides/notesSlide20.xml" Id="R65adeaa77a554aa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5218418e3224cbb" /><Relationship Type="http://schemas.openxmlformats.org/officeDocument/2006/relationships/notesSlide" Target="/ppt/notesSlides/notesSlide21.xml" Id="R20b0b0828b6c45a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94c206bdb7546ad" /><Relationship Type="http://schemas.openxmlformats.org/officeDocument/2006/relationships/notesSlide" Target="/ppt/notesSlides/notesSlide22.xml" Id="R092e7144c20140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4d65616177f4a75" /><Relationship Type="http://schemas.openxmlformats.org/officeDocument/2006/relationships/image" Target="/ppt/media/image8.png" Id="R3984998c13e14015" /><Relationship Type="http://schemas.openxmlformats.org/officeDocument/2006/relationships/notesSlide" Target="/ppt/notesSlides/notesSlide23.xml" Id="R5d660d2ad39742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067955fd6fd42aa" /><Relationship Type="http://schemas.openxmlformats.org/officeDocument/2006/relationships/notesSlide" Target="/ppt/notesSlides/notesSlide24.xml" Id="R874c0fb429a4444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bf717cca99f47db" /><Relationship Type="http://schemas.openxmlformats.org/officeDocument/2006/relationships/notesSlide" Target="/ppt/notesSlides/notesSlide25.xml" Id="R2e1af3b2aa314a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6a3605278f34691" /><Relationship Type="http://schemas.openxmlformats.org/officeDocument/2006/relationships/notesSlide" Target="/ppt/notesSlides/notesSlide26.xml" Id="R16499113f9f041a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7ce087d92ecc40ee" /><Relationship Type="http://schemas.openxmlformats.org/officeDocument/2006/relationships/image" Target="/ppt/media/image8.png" Id="R51c00531a4e14070" /><Relationship Type="http://schemas.openxmlformats.org/officeDocument/2006/relationships/notesSlide" Target="/ppt/notesSlides/notesSlide27.xml" Id="R1a3fb09d4a58427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262a43535ba4e0d" /><Relationship Type="http://schemas.openxmlformats.org/officeDocument/2006/relationships/notesSlide" Target="/ppt/notesSlides/notesSlide28.xml" Id="R45a3b08d5715419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a5c74c9319240cc" /><Relationship Type="http://schemas.openxmlformats.org/officeDocument/2006/relationships/notesSlide" Target="/ppt/notesSlides/notesSlide29.xml" Id="R9153b93caa5d42b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d79e455909e54443" /><Relationship Type="http://schemas.openxmlformats.org/officeDocument/2006/relationships/image" Target="/ppt/media/image8.png" Id="R4b787b80be9c42c8" /><Relationship Type="http://schemas.openxmlformats.org/officeDocument/2006/relationships/notesSlide" Target="/ppt/notesSlides/notesSlide30.xml" Id="R284e427f753e428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1bdfc026d5f4882" /><Relationship Type="http://schemas.openxmlformats.org/officeDocument/2006/relationships/notesSlide" Target="/ppt/notesSlides/notesSlide31.xml" Id="Rbe91030ec8034c8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4e091b91d1014739" /><Relationship Type="http://schemas.openxmlformats.org/officeDocument/2006/relationships/image" Target="/ppt/media/image8.png" Id="Rc545aa1a72a44eef" /><Relationship Type="http://schemas.openxmlformats.org/officeDocument/2006/relationships/notesSlide" Target="/ppt/notesSlides/notesSlide32.xml" Id="Re65420c19545435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cd9c04da63740a4" /><Relationship Type="http://schemas.openxmlformats.org/officeDocument/2006/relationships/notesSlide" Target="/ppt/notesSlides/notesSlide33.xml" Id="R6591acaeb735475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624e8f5260e415a" /><Relationship Type="http://schemas.openxmlformats.org/officeDocument/2006/relationships/notesSlide" Target="/ppt/notesSlides/notesSlide34.xml" Id="Rf2fb68f33131406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bb6309bebce4c2e" /><Relationship Type="http://schemas.openxmlformats.org/officeDocument/2006/relationships/notesSlide" Target="/ppt/notesSlides/notesSlide35.xml" Id="R88126a019b26469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aac201a27504ca6" /><Relationship Type="http://schemas.openxmlformats.org/officeDocument/2006/relationships/notesSlide" Target="/ppt/notesSlides/notesSlide36.xml" Id="Rc631de4d03194b5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b5649d919de46b0" /><Relationship Type="http://schemas.openxmlformats.org/officeDocument/2006/relationships/notesSlide" Target="/ppt/notesSlides/notesSlide37.xml" Id="R3c2c80739842483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6d6d0efb69f4024" /><Relationship Type="http://schemas.openxmlformats.org/officeDocument/2006/relationships/notesSlide" Target="/ppt/notesSlides/notesSlide38.xml" Id="R6e5783df7a89495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4b0bbfa1e854da6" /><Relationship Type="http://schemas.openxmlformats.org/officeDocument/2006/relationships/image" Target="/ppt/media/image8.png" Id="Re57efa84b8e740f0" /><Relationship Type="http://schemas.openxmlformats.org/officeDocument/2006/relationships/notesSlide" Target="/ppt/notesSlides/notesSlide39.xml" Id="Rd2f332290ed243f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fc0219c4c4d4a15" /><Relationship Type="http://schemas.openxmlformats.org/officeDocument/2006/relationships/notesSlide" Target="/ppt/notesSlides/notesSlide40.xml" Id="Rf2206f166a704ab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272ad6cc3394206" /><Relationship Type="http://schemas.openxmlformats.org/officeDocument/2006/relationships/notesSlide" Target="/ppt/notesSlides/notesSlide41.xml" Id="Rebcdb51798ac4d0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838d467ae7241c2" /><Relationship Type="http://schemas.openxmlformats.org/officeDocument/2006/relationships/image" Target="/ppt/media/image10.png" Id="Rb60554d336574517" /><Relationship Type="http://schemas.openxmlformats.org/officeDocument/2006/relationships/notesSlide" Target="/ppt/notesSlides/notesSlide42.xml" Id="Re8e789dfcaaa475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23f44d60e954e48" /><Relationship Type="http://schemas.openxmlformats.org/officeDocument/2006/relationships/notesSlide" Target="/ppt/notesSlides/notesSlide43.xml" Id="R682b96ff3de342f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8e23a2b496b4580" /><Relationship Type="http://schemas.openxmlformats.org/officeDocument/2006/relationships/image" Target="/ppt/media/image8.png" Id="Rd944d11fc9c640c4" /><Relationship Type="http://schemas.openxmlformats.org/officeDocument/2006/relationships/notesSlide" Target="/ppt/notesSlides/notesSlide44.xml" Id="R62d5b040c266466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c1ee68268344039" /><Relationship Type="http://schemas.openxmlformats.org/officeDocument/2006/relationships/notesSlide" Target="/ppt/notesSlides/notesSlide45.xml" Id="R2ed78bc9ef6d4f09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32af0e3a8f1b4dd6" /><Relationship Type="http://schemas.openxmlformats.org/officeDocument/2006/relationships/image" Target="/ppt/media/image8.png" Id="R837e14218a744c35" /><Relationship Type="http://schemas.openxmlformats.org/officeDocument/2006/relationships/notesSlide" Target="/ppt/notesSlides/notesSlide46.xml" Id="R6b301db745524ea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d59e043053e7466e" /><Relationship Type="http://schemas.openxmlformats.org/officeDocument/2006/relationships/notesSlide" Target="/ppt/notesSlides/notesSlide47.xml" Id="R7881653797d94e0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b1df44bf11b4822" /><Relationship Type="http://schemas.openxmlformats.org/officeDocument/2006/relationships/notesSlide" Target="/ppt/notesSlides/notesSlide48.xml" Id="Ra1a830018022401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f46e27c6592444f" /><Relationship Type="http://schemas.openxmlformats.org/officeDocument/2006/relationships/notesSlide" Target="/ppt/notesSlides/notesSlide49.xml" Id="R1ec95164c4c743d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0d2812eab0b4d4d" /><Relationship Type="http://schemas.openxmlformats.org/officeDocument/2006/relationships/notesSlide" Target="/ppt/notesSlides/notesSlide50.xml" Id="R08d51b21b0f64ae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cdc6a9088e3f48dc" /><Relationship Type="http://schemas.openxmlformats.org/officeDocument/2006/relationships/image" Target="/ppt/media/image8.png" Id="R259e2e1b750a420d" /><Relationship Type="http://schemas.openxmlformats.org/officeDocument/2006/relationships/notesSlide" Target="/ppt/notesSlides/notesSlide51.xml" Id="R2ffa57c5795546b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bba617c2cfb9497d" /><Relationship Type="http://schemas.openxmlformats.org/officeDocument/2006/relationships/notesSlide" Target="/ppt/notesSlides/notesSlide52.xml" Id="Raa8cd514c3c6492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03248b65164463a" /><Relationship Type="http://schemas.openxmlformats.org/officeDocument/2006/relationships/image" Target="/ppt/media/image11.png" Id="R10b71d67aca2476e" /><Relationship Type="http://schemas.openxmlformats.org/officeDocument/2006/relationships/notesSlide" Target="/ppt/notesSlides/notesSlide53.xml" Id="Rdb4b2b17bf6c48d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5745759f77948b3" /><Relationship Type="http://schemas.openxmlformats.org/officeDocument/2006/relationships/image" Target="/ppt/media/image12.png" Id="R4724ba5dc07048e2" /><Relationship Type="http://schemas.openxmlformats.org/officeDocument/2006/relationships/notesSlide" Target="/ppt/notesSlides/notesSlide54.xml" Id="R76b0aa7db44a426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25b427916ff4bfd" /><Relationship Type="http://schemas.openxmlformats.org/officeDocument/2006/relationships/image" Target="/ppt/media/image13.png" Id="R0a3c66a6c6164fca" /><Relationship Type="http://schemas.openxmlformats.org/officeDocument/2006/relationships/notesSlide" Target="/ppt/notesSlides/notesSlide55.xml" Id="Rc73613ef5de3475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c49e604288943fd" /><Relationship Type="http://schemas.openxmlformats.org/officeDocument/2006/relationships/image" Target="/ppt/media/image14.png" Id="R8594ce4eb756440b" /><Relationship Type="http://schemas.openxmlformats.org/officeDocument/2006/relationships/notesSlide" Target="/ppt/notesSlides/notesSlide56.xml" Id="R4c25c8752d8d4fbf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bfe9ddce2d249c2" /><Relationship Type="http://schemas.openxmlformats.org/officeDocument/2006/relationships/image" Target="/ppt/media/image15.png" Id="R972668ea1a364097" /><Relationship Type="http://schemas.openxmlformats.org/officeDocument/2006/relationships/notesSlide" Target="/ppt/notesSlides/notesSlide57.xml" Id="Re180be2d5aa14d7f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6698d860345a4" /><Relationship Type="http://schemas.openxmlformats.org/officeDocument/2006/relationships/notesSlide" Target="/ppt/notesSlides/notesSlide58.xml" Id="R57f874bfe314401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a27058d20b64477" /><Relationship Type="http://schemas.openxmlformats.org/officeDocument/2006/relationships/notesSlide" Target="/ppt/notesSlides/notesSlide59.xml" Id="Rd585071d91e24e7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00d916f159a47b2" /><Relationship Type="http://schemas.openxmlformats.org/officeDocument/2006/relationships/hyperlink" Target="https://cabotage-lens.streamlit.app/" TargetMode="External" Id="Rf4b1db0e638047fc" /><Relationship Type="http://schemas.openxmlformats.org/officeDocument/2006/relationships/notesSlide" Target="/ppt/notesSlides/notesSlide60.xml" Id="Rbb6b7664831d41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5A845DEA-FD9E-D7FE-EC4A-206EC3F499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72300" y="1482800"/>
            <a:ext cx="7199400" cy="14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CabotageLens</a:t>
            </a:r>
          </a:p>
        </p:txBody>
      </p:sp>
      <p:sp>
        <p:nvSpPr>
          <p:cNvPr id="330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A3831C7E-C3BB-A08E-9357-B23405A850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72300" y="3239202"/>
            <a:ext cx="7199400" cy="820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/>
              <a:t>Trabalho Final — comparação porta a porta de custo modelado e emissões TTW</a:t>
            </a:r>
          </a:p>
          <a:p xmlns:a="http://schemas.openxmlformats.org/drawingml/2006/main">
            <a:pPr marL="0" indent="0">
              <a:buNone/>
            </a:pPr>
            <a:r>
              <a:rPr sz="1200" b="1"/>
              <a:t>Estudo de caso: São Paulo, SP → Rio Branco, AC | Carga de 14 t</a:t>
            </a:r>
          </a:p>
        </p:txBody>
      </p:sp>
    </p:spTree>
    <p:extLst>
      <p:ext uri="{BB962C8B-B14F-4D97-AF65-F5344CB8AC3E}">
        <p14:creationId xmlns:p14="http://schemas.microsoft.com/office/powerpoint/2010/main" val="29671261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379B0F17-9831-4B2F-E16C-8A5ABAD70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−25,24% CO₂e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FF4D0C3B-A4AC-5ACB-4B8C-71369E8743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TTW: 3.041,62 kg no multimodal versus 4.068,28 kg no rodoviário direto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4EA4ADB3-921D-581F-92B6-1DAF9ACC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−43,84% no custo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AD30427D-E948-9EFE-F7BC-0603E3F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R$ 6.918,66 versus R$ 12.318,68 — custo modelado de combustíveis</a:t>
            </a:r>
          </a:p>
        </p:txBody>
      </p:sp>
    </p:spTree>
    <p:extLst>
      <p:ext uri="{BB962C8B-B14F-4D97-AF65-F5344CB8AC3E}">
        <p14:creationId xmlns:p14="http://schemas.microsoft.com/office/powerpoint/2010/main" val="11318763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O contexto modal brasileiro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A rodovia responde por 65% da atividade de transporte de cargas apresentada no artigo.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A cabotagem aparece com 11%: relevante, mas ainda distante do modal dominante.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Essa participação não prova vantagem em uma rota específica; ela apenas justifica investigar alternativas porta a porta.</a:t>
            </a:r>
          </a:p>
        </p:txBody>
      </p:sp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Atividade de transporte em TKU no Brasil, 2015 — figura citada no artigo.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3c5104a9a4750"/>
          <a:stretch xmlns:a="http://schemas.openxmlformats.org/drawingml/2006/main"/>
        </p:blipFill>
        <p:spPr>
          <a:xfrm xmlns:a="http://schemas.openxmlformats.org/drawingml/2006/main">
            <a:off x="5163608" y="1396101"/>
            <a:ext cx="3980392" cy="30003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95" y="539496"/>
            <a:ext cx="7704011" cy="5727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pergunta de pesquisa é porta a porta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Como comparar o transporte rodoviário direto e uma alternativa com cabotagem para a mesma remessa?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A comparação precisa manter: origem e destino finais; massa transportada; acessos terrestres; navegação; operações portuárias; e o mesmo limite de emissões.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Os critérios são distância total, custo modelado de combustível e emissões operacionais TTW.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Objetivo e contribuição do trabalho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Comparar a mesma remessa, origem e destino por duas alternativas: rodoviária direta e cadeia multimodal com cabotagem.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Entregar distância, consumo, custo de energia e emissões TTW por perna e no total.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Reconstruir a perna marítima com viagens observadas da ANTAQ e desempenho do EU MRV.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Preservar fontes, hipóteses, filtros, fallbacks e resultados intermediários.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Objetivo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Contribuição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Transformar a escolha entre modais em uma comparação reproduzível.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Comparação de cadeia completa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alternativa rodoviária vai diretamente da origem ao destino.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alternativa multimodal inclui first mile, terminais, navegação e last mile.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Todas as parcelas pertencem à mesma unidade funcional.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maior eficiência do navio por trabalho de transporte não elimina acessos longos, transbordos ou operações portuárias.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vantagem precisa surgir do balanço completo do corredor.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Porta a porta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Implicação metodológica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Um modal não é comparável quando apenas sua perna principal é contabilizada.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ACV / LCA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Fronteiras de emissões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Queima do combustível durante a operação do veículo ou navio.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Inclui produção, processamento e distribuição do combustível antes da queima.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Pode incluir infraestrutura, fabricação, manutenção e outras etapas do ciclo de vida.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Comparar TTW com TTW; diferenças de fronteira são declaradas, não ocultadas.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TTW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WTW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Regra do trabalho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 TF adota emissões operacionais TTW e identifica quando uma referência usa outro escopo.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Não incluído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 que entra e o que fica fora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Distâncias, consumo de diesel e VLSFO, operações portuárias e emissões TTW.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Somente combustível e energia associados às pernas calculadas.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Pedágio, motorista, depreciação, tributos, margem, tarifa e contrato de frete.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estudo compara cenários modelados; não demonstra viabilidade comercial universal.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Incluído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incluído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Interpretação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 resultado é técnico e operacional; não é uma cotação comercial.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Metodologia em seis blocos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Definir caso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origem, destino, massa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Calcular rota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rodoviária direta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Selecionar portos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acessos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Reconstruir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viagens ANTAQ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Aplicar preços,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fatores e EU MRV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Comparar, auditar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persistir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a33042fa94e1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A ordem do cálculo preserva a rastreabilidade do dado bruto ao resultado.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Unidade funcional e caso estudado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Uma remessa carregada deve sair da mesma origem e chegar ao mesmo destino em ambas as alternativas. A massa de 14 t corresponde a 1 TEU no modelo portuário.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1066800"/>
                <a:gridCol w="1537811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Valor do exemplo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Carga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14 toneladas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5" name="Google Shape;515;p50">
            <a:extLst xmlns:a="http://schemas.openxmlformats.org/drawingml/2006/main">
              <a:ext uri="{FF2B5EF4-FFF2-40B4-BE49-F238E27FC236}">
                <a16:creationId xmlns:a16="http://schemas.microsoft.com/office/drawing/2014/main" id="{66D091F1-8AD9-FA68-25D0-F7570F24F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7200" y="440283"/>
            <a:ext cx="4294800" cy="6472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Duas alternativas para a mesma remessa</a:t>
            </a:r>
          </a:p>
        </p:txBody>
      </p:sp>
      <p:pic>
        <p:nvPicPr>
          <p:cNvPr id="518" name="Imagem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e9b9f062b4d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087582"/>
            <a:ext cx="9060666" cy="40559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5690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Consumo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Símbolos e unidades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 em km nas pernas terrestres; milhas náuticas na agregação marítima.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W = massa × distância, em t·nm; peso da intensidade marítima.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Diesel em litros; VLSFO em quilogramas para a remessa simulada.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Custo em R$ e emissões operacionais em kg CO₂e TTW.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Trabalho de transporte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Resultados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Cada equação mantém consistência dimensional e um significado físico explícito.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Seleção do veículo rodoviário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Até 18 t: carreta, 5 eixos, 2,3 km/L.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18–30 t: carreta, 6 eixos, 2,0 km/L.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30–40 t: bitrem, 7 eixos, 2,0 km/L.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Carga: 14 t.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Veículo: carreta de cinco eixos.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Número de viagens: 1.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Rendimento adotado: 2,30 km/L.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Regra automática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Aplicação ao caso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 regra é de modelagem de consumo; não substitui verificação legal de peso ou planejamento de frota.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Resultado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Consumo rodoviário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V = N × D ÷ η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N = 1 viagem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 = 3.491,431 km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η = 2,30 km/L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V = 1.518,014 L de diesel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volume é calculado para uma viagem carregada de 14 t.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Equação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Entradas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Leitura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 distância vem do roteamento; o consumo resulta da eficiência adotada.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Preço aplicado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Preço do diesel e custo modelado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R$ 6,960/L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R$ 9,270/L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(6,960 + 9,270) ÷ 2 = R$ 8,115/L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1.518,014 × 8,115 = R$ 12.318,68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São Paulo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Acre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 preço médio representa as duas extremidades do corredor.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Equação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Emissões TTW do rodoviário direto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2,68 kg CO₂e por litro de diesel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1.518,014 L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E = V × 2,68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4.068,28 kg CO₂e TTW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Fator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Consumo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Resultado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 fator é aplicado ao diesel efetivamente estimado para o caso.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Resultado consolidado — rodoviário direto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A alternativa de referência é uma única viagem rodoviária de São Paulo a Rio Branco. O custo apresentado continua restrito ao diesel.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1066800"/>
                <a:gridCol w="1537811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Indicador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Resultado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Distância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3.491,431 km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Diesel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1.518,014 L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Custo e TTW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R$ 12.318,68 | 4.068,28 kg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Portos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Quatro componentes multimodais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São Paulo → Santos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86,170 km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Santos → Manaus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6.094,975 km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Movimentação em Santos e Manaus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4,820 L diesel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Manaus → Rio Branco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1.403,691 km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First mile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Navegação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Last mile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Nenhuma etapa é omitida para favorecer a cabotagem.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Seleção dos portos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Portos candidatos são ordenados por proximidade geodésica à origem e ao destino.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busca evita consumir chamadas de roteamento antes de identificar alternativas plausíveis.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Embarque: Porto de Santos.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Desembarque: Porto de Manaus.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Os acessos usam rota rodoviária; a perna marítima usa corredores observados.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Escolha preliminar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Caso selecionado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Haversine apoia a escolha; rotas e corredores observados sustentam o resultado final.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First mile e last mile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86,170 km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37,465 L de diesel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R$ 260,76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100,41 kg CO₂e TTW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Haversine de seleção: 59,601 km.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1.403,691 km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610,300 L de diesel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R$ 5.041,08</a:t>
            </a:r>
          </a:p>
          <a:p xmlns:a="http://schemas.openxmlformats.org/drawingml/2006/main">
            <a:pPr marL="0" indent="0">
              <a:buNone/>
            </a:pPr>
            <a:r>
              <a:rPr sz="1100"/>
              <a:t>1.635,60 kg CO₂e TTW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Haversine de seleção: 1.149,569 km.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São Paulo → Santos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Manaus → Rio Branco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Os acessos terrestres são calculados com a mesma lógica do rodoviário direto.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Caminhão interno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Operações portuárias por atividade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14 t → 1 TEU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4 movimentos × 0,355148 L por movimento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2 movimentos × 0,494671 L por movimento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2 × [(4 × 0,355148) + (2 × 0,494671)] = 4,820 L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Conversão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RTG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Dois terminais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Uma remessa de 14 t equivale a 1 TEU e passa por dois terminais.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Portos sem dupla contagem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Movimentação por RTGs e caminhões internos.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Total: 4,820 L de diesel; R$ 34,25; 12,92 kg CO₂e TTW.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Os proxies permanecem explícitos.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consumo do navio atracado já integra a intensidade operacional do EU MRV.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Por isso, não é acrescentado novamente como parcela separada.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Operações no terminal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Hoteling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 fronteira separa atividade de terminal e operação do navio atracado.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Metodologia da perna marítima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Unir Carga 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Atracação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Ordenar escalas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formar viagens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Reconstruir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subtrechos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Calcular carga 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bordo e t·nm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Aplicar intensidade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IMO/classe/tipo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Agregar distância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intensidade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4998c13e1401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ANTAQ descreve a atividade; EU MRV fornece o desempenho operacional.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ANTAQ: tabelas complementares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Informa embarques e desembarques por atracação.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Permite atualizar a massa a bordo a cada escala e calcular o trabalho de transporte de cada subtrecho.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Informa porto, data, embarcação e número IMO.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ordem temporal das atracações reconstrói a sequência observada da viagem.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Tabela Carga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Tabela Atracação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 identificador de atracação conecta carga, porto, data e navio.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Massa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Campos da tabela Carga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IDAtracacao conecta a movimentação à escala correspondente.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Identifica embarque ou desembarque da carga.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VLPesoCargaBruta informa a massa movimentada, em toneladas.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carga a bordo é atualizada antes de calcular cada t·nm.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Ligação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Sentido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Uso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Os campos selecionados respondem à pergunta: quanto entrou ou saiu em cada escala?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Navio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Campos da tabela Atracação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Local da escala e papel no corredor observado.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Datas de chegada/saída ordenam as atracações da viagem.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Nome, tipo e número IMO identificam a embarcação.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sequência forma os subtrechos Santos–Suape–Pecém–Manaus.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Porto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Tempo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Uso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Os registros ordenam o percurso e ligam a viagem à intensidade do navio.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Viagem observada reconstruída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Santos → Suape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1.259,179 nm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Suape → Pecém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507,806 nm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Pecém → Manaus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1.185,594 nm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Carga a bordo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12.859 → 16.718 → 12.326 t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Trabalho total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39,295 milhões t·nm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IMO 9612791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7,43 g/(t·nm)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00531a4e1407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voyage_9612791_00011 — a carga muda em cada escala.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EU MRV: intensidade por IMO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número IMO da atracação brasileira procura o mesmo navio na base europeia.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O indicador anual relaciona consumo operacional e trabalho de transporte.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Para o IMO 9612791, o valor utilizado é 7,43 g/(t·nm).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origem do valor e o ano permanecem registrados para auditoria.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Identificação direta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Aplicação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 primeira escolha é sempre o desempenho positivo mais recente do navio observado.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Estimativa robusta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Anomalias e estatística robusta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Navios da mesma classe ou do mesmo tipo, conforme a disponibilidade.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P95 do grupo sinaliza intensidade direta anômala.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Média após aparar P1–P99 reduz influência de extremos.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resultado registra fonte, nível de fallback e tamanho da amostra.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Grupo comparável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Limiar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Rastreabilidade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 objetivo é sinalizar valores extremos sem apagar a viagem observada.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Hierarquia do fallback marítimo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Mesmo IMO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valor recente positivo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Classe do navio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quando disponível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Tipo do navio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fallback mais amplo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P95 do grupo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sinaliza anomalia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Média P1–P99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reduz extremos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Proveniência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amostra registradas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87b80be9c42c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A hierarquia preserva o corredor observado e torna a substituição explícita.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Amostra robusta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Exemplo: grupo container ship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243 registros do tipo container ship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24,073 g/(t·nm)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239 registros após o corte P1–P99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9,322050 g/(t·nm)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Amostra inicial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P95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Média robusta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 estatística do grupo sustenta os fallbacks usados quando o IMO direto é ausente ou anômalo.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Trabalho por subtrecho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Ordenar portos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da viagem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Atualizar massa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 bordo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Medir distância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do subtrecho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Calcular Wᵢ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= cargaᵢ × distânciaᵢ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Somar trabalho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da viagem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Ponderar intensidade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pelos t·nm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5aa1a72a44ee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A intensidade marítima é ponderada pelo que cada viagem efetivamente transportou.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Intensidade Santos–Manaus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89 recortes de viagem em 22 corredores.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19 com valor por IMO; 49 com fallback de tipo sem IMO utilizável; 21 com fallback após tratamento de anomalia.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Trabalho total: 3.153.328.821,755 t·nm.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Cada intensidade é ponderada pelo trabalho de transporte.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Resultado: 9,009824 g/(t·nm).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Evidência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Agregação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Todos os corredores observados entre origem e destino contribuem para a intensidade.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Distância marítima representativa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P95 = 6.975,000 km.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Dois recortes acima do limiar saem apenas da distância representativa.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Restam 87 recortes e 20 corredores.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Distância ponderada pela carga média a bordo: 6.094,975 km.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Equivalente a 3.291,023 milhas náuticas.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Em 391 subtrechos, houve 1 fallback Haversine.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Tratamento da distância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Resultado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 filtro de distância não altera a amostra usada na intensidade.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VLSFO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Indicador marítimo para 14 t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3.291,023 nm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14 × 3.291,023 = 46.074,322 t·nm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9,009824 × 46.074,322 ÷ 1.000 = 415,122 kg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R$ 1.582,57 | 1.292,69 kg CO₂e TTW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Trabalho simulado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Resultado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 consumo histórico não é somado; a intensidade representativa é aplicada ao novo cenário.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Preço VLSFO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Fatores e preços multimodais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2,68 kg CO₂e/L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3,114 kg CO₂e/kg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US$ 741,50/t × R$ 5,141345/US$ = R$ 3,812/kg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Aplicado conforme os estados das pernas terrestres.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Diesel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VLSFO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Preço diesel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Os fatores de emissão permanecem separados dos preços de combustível.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8" name="Google Shape;508;p49">
            <a:extLst xmlns:a="http://schemas.openxmlformats.org/drawingml/2006/main">
              <a:ext uri="{FF2B5EF4-FFF2-40B4-BE49-F238E27FC236}">
                <a16:creationId xmlns:a16="http://schemas.microsoft.com/office/drawing/2014/main" id="{5E907FE9-9483-BB70-40AE-C0C91D93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5425" y="801507"/>
            <a:ext cx="4089300" cy="105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Poppins"/>
                <a:ea typeface="Poppins"/>
                <a:cs typeface="Poppins"/>
              </a:rPr>
              <a:t>Resultado consolidado — alternativa multimodal</a:t>
            </a:r>
          </a:p>
        </p:txBody>
      </p:sp>
      <p:sp>
        <p:nvSpPr>
          <p:cNvPr id="509" name="Google Shape;509;p49">
            <a:extLst xmlns:a="http://schemas.openxmlformats.org/drawingml/2006/main">
              <a:ext uri="{FF2B5EF4-FFF2-40B4-BE49-F238E27FC236}">
                <a16:creationId xmlns:a16="http://schemas.microsoft.com/office/drawing/2014/main" id="{8C749584-FE45-7747-6327-031808C8F3C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5425" y="1898175"/>
            <a:ext cx="4089300" cy="213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0480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•"/>
            </a:pPr>
            <a:r>
              <a:rPr>
                <a:latin typeface="Poppins"/>
                <a:ea typeface="Poppins"/>
                <a:cs typeface="Poppins"/>
              </a:rPr>
              <a:t>O total reúne acessos terrestres, navegação e operações portuárias. A distância dos terminais não é acrescentada como percurso separado.</a:t>
            </a:r>
          </a:p>
        </p:txBody>
      </p:sp>
      <p:graphicFrame>
        <p:nvGraphicFramePr>
          <p:cNvPr id="513" name="Google Shape;336;p36"/>
          <p:cNvGraphicFramePr/>
          <p:nvPr/>
        </p:nvGraphicFramePr>
        <p:xfrm>
          <a:off xmlns:a="http://schemas.openxmlformats.org/drawingml/2006/main" x="879763" y="1980318"/>
          <a:ext xmlns:a="http://schemas.openxmlformats.org/drawingml/2006/main" cx="2604655" cy="144610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1066800"/>
                <a:gridCol w="1537811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>
                          <a:solidFill>
                            <a:schemeClr val="accent6"/>
                          </a:solidFill>
                        </a:rPr>
                        <a:t>Etapa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1"/>
                        <a:t>Resultado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Acessos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1.489,861 km | 647,765 L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Marítimo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6.094,975 km | 415,122 kg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>
                          <a:solidFill>
                            <a:schemeClr val="accent6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b="0"/>
                        <a:t>R$ 6.918,66 | 3.041,62 kg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52643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Emissões TTW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Comparação final do caso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7.584,836 km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+4.093,405 km | +117,24%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R$ 6.918,66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−R$ 5.400,02 | −43,84%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3.041,62 kg CO₂e</a:t>
            </a:r>
          </a:p>
          <a:p xmlns:a="http://schemas.openxmlformats.org/drawingml/2006/main">
            <a:pPr marL="171450" indent="-17145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100"/>
              <a:t>−1.026,66 kg | −25,24%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rota é mais longa, mas reduz energia e TTW sob as hipóteses deste caso.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Distância total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Custo modelado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Leitura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Alternativa multimodal em relação ao rodoviário direto.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Arquitetura computacional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Streamlit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interface e estado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Geocodificação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roteamento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Módulos de custo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emissões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ANTAQ + EU MRV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pré-processamento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Supabase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cache e resultados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Logs, avisos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proveniência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efa84b8e740f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A aplicação separa interface, domínio, dados e persistência para manter o cálculo auditável.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Entradas, geocodificação e validação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Origem, destino e massa são informados pelo usuário.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geocodificação retorna latitude, longitude, provedor e contexto do local.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Resultados válidos podem ser reutilizados pelo cache.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O ponto é verificado contra referência externa e coerência geográfica.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distância entre coordenadas é calculada e documentada; divergências materiais são sinalizadas.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Entradas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Validação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 aplicação transforma textos de localização em coordenadas antes de qualquer rota.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Validação das coordenadas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Google Maps: latitude −23,560017; longitude −46,727769.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O ponto corresponde à Avenida Professor Luciano Gualberto, em São Paulo.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Motor: latitude −23,558808; longitude −46,730357.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Separação aproximada: 296 m.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diferença é compatível com variações de posicionamento de endereço.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Referência externa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Motor e diferença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As coordenadas são apresentadas no contexto da geocodificação e da referência externa.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3" name="Google Shape;363;p38">
            <a:extLst xmlns:a="http://schemas.openxmlformats.org/drawingml/2006/main">
              <a:ext uri="{FF2B5EF4-FFF2-40B4-BE49-F238E27FC236}">
                <a16:creationId xmlns:a16="http://schemas.microsoft.com/office/drawing/2014/main" id="{AD50AEB2-15F5-7F85-77B7-E29F81FF5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3225" y="987538"/>
            <a:ext cx="4294800" cy="106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Rota rodoviária e validação externa</a:t>
            </a:r>
          </a:p>
        </p:txBody>
      </p:sp>
      <p:sp>
        <p:nvSpPr>
          <p:cNvPr id="36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58BFCA63-880F-7B07-EE2B-FFA392FDAA7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13225" y="2109675"/>
            <a:ext cx="4294800" cy="8967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OpenRouteService: 3.491,431 km.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Google Maps: 3.497 km.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Diferença: 5,569 km, ou 0,16%.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A comparação verifica a ordem de grandeza da rota terrestre; não calibra automaticamente o provedor.</a:t>
            </a:r>
          </a:p>
        </p:txBody>
      </p:sp>
      <p:graphicFrame>
        <p:nvGraphicFramePr>
          <p:cNvPr id="469" name="Google Shape;336;p36"/>
          <p:cNvGraphicFramePr/>
          <p:nvPr/>
        </p:nvGraphicFramePr>
        <p:xfrm>
          <a:off xmlns:a="http://schemas.openxmlformats.org/drawingml/2006/main" x="713225" y="4012718"/>
          <a:ext xmlns:a="http://schemas.openxmlformats.org/drawingml/2006/main" cx="2313709" cy="723050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845128"/>
                <a:gridCol w="1468581"/>
              </a:tblGrid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Origem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São Paulo, SP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61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Destino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Rio Branco, AC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7" name="Google Shape;5129;p69">
            <a:extLst xmlns:a="http://schemas.openxmlformats.org/drawingml/2006/main">
              <a:ext uri="{FF2B5EF4-FFF2-40B4-BE49-F238E27FC236}">
                <a16:creationId xmlns:a16="http://schemas.microsoft.com/office/drawing/2014/main" id="{2F0EDB96-4576-B6C0-F0A6-E8E0522A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6586" y="4000835"/>
            <a:ext cx="160411" cy="99295"/>
          </a:xfrm>
          <a:custGeom xmlns:a="http://schemas.openxmlformats.org/drawingml/2006/main">
            <a:rect l="l" t="t" r="r" b="b"/>
            <a:pathLst>
              <a:path w="9113" h="5641">
                <a:moveTo>
                  <a:pt x="4066" y="0"/>
                </a:moveTo>
                <a:cubicBezTo>
                  <a:pt x="2283" y="3"/>
                  <a:pt x="675" y="1081"/>
                  <a:pt x="0" y="2731"/>
                </a:cubicBezTo>
                <a:cubicBezTo>
                  <a:pt x="1527" y="2939"/>
                  <a:pt x="2912" y="3734"/>
                  <a:pt x="3861" y="4948"/>
                </a:cubicBezTo>
                <a:cubicBezTo>
                  <a:pt x="4331" y="4823"/>
                  <a:pt x="4810" y="4761"/>
                  <a:pt x="5287" y="4761"/>
                </a:cubicBezTo>
                <a:cubicBezTo>
                  <a:pt x="6338" y="4761"/>
                  <a:pt x="7378" y="5060"/>
                  <a:pt x="8281" y="5640"/>
                </a:cubicBezTo>
                <a:cubicBezTo>
                  <a:pt x="9112" y="2825"/>
                  <a:pt x="7002" y="0"/>
                  <a:pt x="4069" y="0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5130;p69">
            <a:extLst xmlns:a="http://schemas.openxmlformats.org/drawingml/2006/main">
              <a:ext uri="{FF2B5EF4-FFF2-40B4-BE49-F238E27FC236}">
                <a16:creationId xmlns:a16="http://schemas.microsoft.com/office/drawing/2014/main" id="{31E0EE52-FFE0-A870-A7F7-88A92691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51264" y="4065225"/>
            <a:ext cx="339253" cy="204259"/>
          </a:xfrm>
          <a:custGeom xmlns:a="http://schemas.openxmlformats.org/drawingml/2006/main">
            <a:rect l="l" t="t" r="r" b="b"/>
            <a:pathLst>
              <a:path w="19273" h="11604">
                <a:moveTo>
                  <a:pt x="8620" y="1"/>
                </a:moveTo>
                <a:cubicBezTo>
                  <a:pt x="8610" y="1"/>
                  <a:pt x="8599" y="1"/>
                  <a:pt x="8588" y="1"/>
                </a:cubicBezTo>
                <a:cubicBezTo>
                  <a:pt x="7468" y="4"/>
                  <a:pt x="6384" y="407"/>
                  <a:pt x="5535" y="1139"/>
                </a:cubicBezTo>
                <a:cubicBezTo>
                  <a:pt x="4818" y="1756"/>
                  <a:pt x="4288" y="2563"/>
                  <a:pt x="4005" y="3470"/>
                </a:cubicBezTo>
                <a:lnTo>
                  <a:pt x="3891" y="3470"/>
                </a:lnTo>
                <a:cubicBezTo>
                  <a:pt x="1747" y="3470"/>
                  <a:pt x="0" y="5295"/>
                  <a:pt x="0" y="7538"/>
                </a:cubicBezTo>
                <a:cubicBezTo>
                  <a:pt x="0" y="9781"/>
                  <a:pt x="1744" y="11603"/>
                  <a:pt x="3891" y="11603"/>
                </a:cubicBezTo>
                <a:lnTo>
                  <a:pt x="14798" y="11603"/>
                </a:lnTo>
                <a:cubicBezTo>
                  <a:pt x="17264" y="11603"/>
                  <a:pt x="19272" y="9504"/>
                  <a:pt x="19272" y="6924"/>
                </a:cubicBezTo>
                <a:cubicBezTo>
                  <a:pt x="19272" y="6044"/>
                  <a:pt x="19034" y="5180"/>
                  <a:pt x="18583" y="4427"/>
                </a:cubicBezTo>
                <a:cubicBezTo>
                  <a:pt x="18152" y="3705"/>
                  <a:pt x="17529" y="3118"/>
                  <a:pt x="16782" y="2726"/>
                </a:cubicBezTo>
                <a:cubicBezTo>
                  <a:pt x="16161" y="2403"/>
                  <a:pt x="15480" y="2241"/>
                  <a:pt x="14799" y="2241"/>
                </a:cubicBezTo>
                <a:cubicBezTo>
                  <a:pt x="14135" y="2241"/>
                  <a:pt x="13471" y="2394"/>
                  <a:pt x="12861" y="2702"/>
                </a:cubicBezTo>
                <a:cubicBezTo>
                  <a:pt x="12232" y="1443"/>
                  <a:pt x="11118" y="513"/>
                  <a:pt x="9784" y="157"/>
                </a:cubicBezTo>
                <a:cubicBezTo>
                  <a:pt x="9403" y="55"/>
                  <a:pt x="9013" y="1"/>
                  <a:pt x="8620" y="1"/>
                </a:cubicBezTo>
                <a:close/>
              </a:path>
            </a:pathLst>
          </a:cu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72" name="Conector de Seta Reta 9"/>
          <p:cNvCxnSpPr>
            <a:stCxn xmlns:a="http://schemas.openxmlformats.org/drawingml/2006/main" id="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026934" y="4369790"/>
            <a:ext cx="788580" cy="445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966737F7-D1AA-C899-54FA-3C17FE9A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5514" y="4190997"/>
            <a:ext cx="1615898" cy="3575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SzPts val="1100"/>
              <a:buFont typeface="Arial"/>
              <a:buNone/>
            </a:pPr>
            <a:r>
              <a:rPr>
                <a:latin typeface="Poppins"/>
                <a:ea typeface="Poppins"/>
                <a:cs typeface="Poppins"/>
              </a:rPr>
              <a:t>OpenRouteService</a:t>
            </a:r>
          </a:p>
        </p:txBody>
      </p:sp>
      <p:cxnSp>
        <p:nvCxnSpPr>
          <p:cNvPr id="474" name="Conector de Seta Reta 16"/>
          <p:cNvCxnSpPr>
            <a:stCxn xmlns:a="http://schemas.openxmlformats.org/drawingml/2006/main" id="16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5431412" y="4367827"/>
            <a:ext cx="766718" cy="19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graphicFrame>
        <p:nvGraphicFramePr>
          <p:cNvPr id="475" name="Google Shape;336;p36"/>
          <p:cNvGraphicFramePr/>
          <p:nvPr/>
        </p:nvGraphicFramePr>
        <p:xfrm>
          <a:off xmlns:a="http://schemas.openxmlformats.org/drawingml/2006/main" x="6198130" y="4011913"/>
          <a:ext xmlns:a="http://schemas.openxmlformats.org/drawingml/2006/main" cx="1288470" cy="711828"/>
        </p:xfrm>
        <a:graphic xmlns:a="http://schemas.openxmlformats.org/drawingml/2006/main">
          <a:graphicData uri="http://schemas.openxmlformats.org/drawingml/2006/table">
            <a:tbl>
              <a:tblPr>
                <a:tableStyleId>{F3E31DBF-9C51-4A74-9153-B9460B38124B}</a:tableStyleId>
              </a:tblPr>
              <a:tblGrid>
                <a:gridCol w="1288470"/>
              </a:tblGrid>
              <a:tr h="355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solidFill>
                            <a:schemeClr val="accent6"/>
                          </a:solidFill>
                          <a:latin typeface="Poppins"/>
                          <a:ea typeface="Poppins"/>
                          <a:cs typeface="Poppins"/>
                        </a:rPr>
                        <a:t>Distância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dk2"/>
                    </a:solidFill>
                  </a:tcPr>
                </a:tc>
              </a:tr>
              <a:tr h="355914">
                <a:tc>
                  <a:txBody>
                    <a:bodyPr/>
                    <a:lstStyle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</a:pPr>
                      <a:r>
                        <a:rPr sz="1200" b="0">
                          <a:latin typeface="Poppins"/>
                          <a:ea typeface="Poppins"/>
                          <a:cs typeface="Poppins"/>
                        </a:rPr>
                        <a:t>3.491,431 km</a:t>
                      </a:r>
                    </a:p>
                  </a:txBody>
                  <a:tcPr marL="91440" marR="91440" marT="45720" marB="45720" anchor="ctr">
                    <a:lnL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pic>
        <p:nvPicPr>
          <p:cNvPr id="476" name="Imagem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554d336574517"/>
          <a:stretch xmlns:a="http://schemas.openxmlformats.org/drawingml/2006/main"/>
        </p:blipFill>
        <p:spPr>
          <a:xfrm xmlns:a="http://schemas.openxmlformats.org/drawingml/2006/main">
            <a:off x="5888180" y="243173"/>
            <a:ext cx="3099057" cy="2157084"/>
          </a:xfrm>
          <a:prstGeom xmlns:a="http://schemas.openxmlformats.org/drawingml/2006/main" prst="rect">
            <a:avLst/>
          </a:prstGeom>
        </p:spPr>
      </p:pic>
      <p:sp>
        <p:nvSpPr>
          <p:cNvPr id="24" name="Google Shape;364;p38">
            <a:extLst xmlns:a="http://schemas.openxmlformats.org/drawingml/2006/main">
              <a:ext uri="{FF2B5EF4-FFF2-40B4-BE49-F238E27FC236}">
                <a16:creationId xmlns:a16="http://schemas.microsoft.com/office/drawing/2014/main" id="{3130057A-CA14-ADB8-8A7D-AE816D66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180" y="0"/>
            <a:ext cx="3099058" cy="236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SzPts val="1100"/>
              <a:buFont typeface="Arial"/>
              <a:buNone/>
            </a:pPr>
            <a:r>
              <a:rPr sz="900" i="1">
                <a:latin typeface="Poppins"/>
                <a:ea typeface="Poppins"/>
                <a:cs typeface="Poppins"/>
              </a:rPr>
              <a:t>Validação externa: Google Maps, 3.497 km</a:t>
            </a:r>
          </a:p>
        </p:txBody>
      </p:sp>
    </p:spTree>
    <p:extLst>
      <p:ext uri="{BB962C8B-B14F-4D97-AF65-F5344CB8AC3E}">
        <p14:creationId xmlns:p14="http://schemas.microsoft.com/office/powerpoint/2010/main" val="354464532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Atualização do preço do diesel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 aplicação tenta atualizar os preços vigentes a partir da fonte configurada.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Os valores de São Paulo e Acre alimentam as pernas correspondentes e a média do rodoviário direto.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Falha da fonte não transforma ausência em zero.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O último preço válido é preservado e a proveniência informa se o valor é atualizado, armazenado ou fallback documentado.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Fluxo de atualização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Comportamento seguro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O cálculo registra valor, unidade, local, período e origem da informação.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Pipeline rodoviário em execução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Geocodificar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os pontos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Consultar cache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de rota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Rotear com ORS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quando necessário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Selecionar veículo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eficiência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Aplicar preço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fator TTW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Persistir pernas,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totais e avisos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4d11fc9c640c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O mesmo caminho computacional é reutilizado no rodoviário direto e nos acessos.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Conversão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Conversão do preço de VLSFO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US$ 741,50 por tonelada métrica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R$ 5,141345 por US$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741,50 × 5,141345 = R$ 3.812,31/t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R$ 3,81231 por kg de VLSFO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Cotação bunker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Câmbio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Preço aplicado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 unidade final precisa ser compatível com o consumo marítimo em quilogramas.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Preparação do SeaMatrix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Normalizar portos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identificadores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Formar viagens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por navio e tempo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Gerar janelas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origem–destino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Calcular distâncias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trabalhos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Resolver intensidade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com proveniência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Agregar matriz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para uso no app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e14218a744c3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O artefato compilado evita reconstruir todas as viagens durante cada interação do usuário.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Suape → Pecém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SeaMatrix: distâncias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6.094,975 km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Corredores reconstruídos com escalas observadas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Distância agregada sobre viagens compatíveis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P95 remove extremos somente do indicador de distância.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Santos → Manaus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Santos → Suape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Regra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Exemplos da matriz compilada entre portos observados no artigo.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Fallback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SeaMatrix: intensidades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9,009824 g/(t·nm)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Preferência por indicador direto do IMO observado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Classe ou tipo quando o IMO é ausente ou anômalo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Cada viagem contribui conforme seu trabalho de transporte.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Santos → Manaus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Mesma embarcação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Peso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 intensidade é uma propriedade agregada do corredor e da evidência disponível.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AB756BD-7360-8F34-9706-B70A71381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Implementação de portos e acessos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685D88CE-8189-2B0B-E0BE-B83B23C48E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804886"/>
            <a:ext cx="3549600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Portos candidatos são filtrados por cadastro, proximidade e disponibilidade de corredor marítimo.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Santos e Manaus são escolhidos para o caso estudado.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63E9C847-CF57-C7B6-4A07-3A200A05B6F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27" y="1804886"/>
            <a:ext cx="3604744" cy="3176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Após a escolha, first e last mile usam rotas terrestres completas.</a:t>
            </a:r>
          </a:p>
          <a:p xmlns:a="http://schemas.openxmlformats.org/drawingml/2006/main">
            <a:pPr marL="0" indent="0">
              <a:buNone/>
            </a:pPr>
            <a:r>
              <a:rPr sz="1100"/>
              <a:t/>
            </a:r>
          </a:p>
          <a:p xmlns:a="http://schemas.openxmlformats.org/drawingml/2006/main">
            <a:pPr marL="0" indent="0">
              <a:buNone/>
            </a:pPr>
            <a:r>
              <a:rPr sz="1100"/>
              <a:t>A distância Haversine não substitui o ORS nos totais do cenário.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35543911-32E9-AE0F-EC7A-DDAFE58412AA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Seleção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76DDA90C-76EA-E1F4-5E0D-EB45E0F393A6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Cálculo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451EA23-04B3-E0C2-F293-695F85A4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 i="1"/>
              <a:t>A seleção de porto e o cálculo de acesso são etapas distintas.</a:t>
            </a:r>
          </a:p>
        </p:txBody>
      </p:sp>
    </p:spTree>
    <p:extLst>
      <p:ext uri="{BB962C8B-B14F-4D97-AF65-F5344CB8AC3E}">
        <p14:creationId xmlns:p14="http://schemas.microsoft.com/office/powerpoint/2010/main" val="2542523051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Subtrechos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Lookup marítimo Santos–Manaus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89 recortes de viagem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22 sequências observadas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391 subtrechos; 1 fallback Haversine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19 IMO | 49 tipo sem IMO | 21 tipo após anomalia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Recortes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Corredores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Intensidade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A compilação preserva quantidades observadas e a origem da intensidade aplicada.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Google Shape;344;p37">
            <a:extLst xmlns:a="http://schemas.openxmlformats.org/drawingml/2006/main">
              <a:ext uri="{FF2B5EF4-FFF2-40B4-BE49-F238E27FC236}">
                <a16:creationId xmlns:a16="http://schemas.microsoft.com/office/drawing/2014/main" id="{5962414B-C2D9-4C7F-95E3-D42E1587A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rPr sz="3200"/>
              <a:t>Montagem do resultado final</a:t>
            </a:r>
          </a:p>
        </p:txBody>
      </p:sp>
      <p:sp>
        <p:nvSpPr>
          <p:cNvPr id="345" name="Google Shape;345;p37">
            <a:extLst xmlns:a="http://schemas.openxmlformats.org/drawingml/2006/main">
              <a:ext uri="{FF2B5EF4-FFF2-40B4-BE49-F238E27FC236}">
                <a16:creationId xmlns:a16="http://schemas.microsoft.com/office/drawing/2014/main" id="{F364FA78-5AA4-4DA6-B942-049693002DC5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7592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01</a:t>
            </a:r>
          </a:p>
        </p:txBody>
      </p:sp>
      <p:sp>
        <p:nvSpPr>
          <p:cNvPr id="346" name="Google Shape;346;p37">
            <a:extLst xmlns:a="http://schemas.openxmlformats.org/drawingml/2006/main">
              <a:ext uri="{FF2B5EF4-FFF2-40B4-BE49-F238E27FC236}">
                <a16:creationId xmlns:a16="http://schemas.microsoft.com/office/drawing/2014/main" id="{B58ED678-2956-4C50-A3AE-175903EF4AC4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4690005" y="1699096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04</a:t>
            </a:r>
          </a:p>
        </p:txBody>
      </p:sp>
      <p:sp>
        <p:nvSpPr>
          <p:cNvPr id="347" name="Google Shape;347;p37">
            <a:extLst xmlns:a="http://schemas.openxmlformats.org/drawingml/2006/main">
              <a:ext uri="{FF2B5EF4-FFF2-40B4-BE49-F238E27FC236}">
                <a16:creationId xmlns:a16="http://schemas.microsoft.com/office/drawing/2014/main" id="{2FA86716-A5BB-4EB8-9C2B-10F8041D454B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37591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02</a:t>
            </a:r>
          </a:p>
        </p:txBody>
      </p:sp>
      <p:sp>
        <p:nvSpPr>
          <p:cNvPr id="348" name="Google Shape;348;p37">
            <a:extLst xmlns:a="http://schemas.openxmlformats.org/drawingml/2006/main">
              <a:ext uri="{FF2B5EF4-FFF2-40B4-BE49-F238E27FC236}">
                <a16:creationId xmlns:a16="http://schemas.microsoft.com/office/drawing/2014/main" id="{8A557855-B686-4C16-B337-60C4E399C2D3}"/>
              </a:ext>
            </a:extLst>
          </p:cNvPr>
          <p:cNvSpPr>
            <a:spLocks xmlns:a="http://schemas.openxmlformats.org/drawingml/2006/main" noGrp="1"/>
          </p:cNvSpPr>
          <p:nvPr>
            <p:ph type="title" idx="5"/>
          </p:nvPr>
        </p:nvSpPr>
        <p:spPr>
          <a:xfrm xmlns:a="http://schemas.openxmlformats.org/drawingml/2006/main">
            <a:off x="4689993" y="2781754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05</a:t>
            </a:r>
          </a:p>
        </p:txBody>
      </p:sp>
      <p:sp>
        <p:nvSpPr>
          <p:cNvPr id="349" name="Google Shape;349;p37">
            <a:extLst xmlns:a="http://schemas.openxmlformats.org/drawingml/2006/main">
              <a:ext uri="{FF2B5EF4-FFF2-40B4-BE49-F238E27FC236}">
                <a16:creationId xmlns:a16="http://schemas.microsoft.com/office/drawing/2014/main" id="{36C114BA-E559-4613-ADBD-B8A661D6F9A5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7592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03</a:t>
            </a:r>
          </a:p>
        </p:txBody>
      </p:sp>
      <p:sp>
        <p:nvSpPr>
          <p:cNvPr id="350" name="Google Shape;350;p37">
            <a:extLst xmlns:a="http://schemas.openxmlformats.org/drawingml/2006/main">
              <a:ext uri="{FF2B5EF4-FFF2-40B4-BE49-F238E27FC236}">
                <a16:creationId xmlns:a16="http://schemas.microsoft.com/office/drawing/2014/main" id="{834C0D30-6C27-4325-9D66-A907FD934D2D}"/>
              </a:ext>
            </a:extLst>
          </p:cNvPr>
          <p:cNvSpPr>
            <a:spLocks xmlns:a="http://schemas.openxmlformats.org/drawingml/2006/main" noGrp="1"/>
          </p:cNvSpPr>
          <p:nvPr>
            <p:ph type="title" idx="7"/>
          </p:nvPr>
        </p:nvSpPr>
        <p:spPr>
          <a:xfrm xmlns:a="http://schemas.openxmlformats.org/drawingml/2006/main">
            <a:off x="4690007" y="3864413"/>
            <a:ext cx="6948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06</a:t>
            </a:r>
          </a:p>
        </p:txBody>
      </p:sp>
      <p:sp>
        <p:nvSpPr>
          <p:cNvPr id="351" name="Google Shape;351;p37">
            <a:extLst xmlns:a="http://schemas.openxmlformats.org/drawingml/2006/main">
              <a:ext uri="{FF2B5EF4-FFF2-40B4-BE49-F238E27FC236}">
                <a16:creationId xmlns:a16="http://schemas.microsoft.com/office/drawing/2014/main" id="{B1D71BA6-5645-4EC8-8CDD-4B577B02D7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80600" y="1699100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Somar first mile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 last mile</a:t>
            </a:r>
          </a:p>
        </p:txBody>
      </p:sp>
      <p:sp>
        <p:nvSpPr>
          <p:cNvPr id="352" name="Google Shape;352;p37">
            <a:extLst xmlns:a="http://schemas.openxmlformats.org/drawingml/2006/main">
              <a:ext uri="{FF2B5EF4-FFF2-40B4-BE49-F238E27FC236}">
                <a16:creationId xmlns:a16="http://schemas.microsoft.com/office/drawing/2014/main" id="{EAE83982-69DD-4DC3-9614-49A7DAB9122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1280600" y="2781762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Adicionar consumo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portuário</a:t>
            </a:r>
          </a:p>
        </p:txBody>
      </p:sp>
      <p:sp>
        <p:nvSpPr>
          <p:cNvPr id="353" name="Google Shape;353;p37">
            <a:extLst xmlns:a="http://schemas.openxmlformats.org/drawingml/2006/main">
              <a:ext uri="{FF2B5EF4-FFF2-40B4-BE49-F238E27FC236}">
                <a16:creationId xmlns:a16="http://schemas.microsoft.com/office/drawing/2014/main" id="{5DDD4F99-38D3-4A01-A77C-1B7D02D23A66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1280600" y="386442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Aplicar indicador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marítimo</a:t>
            </a:r>
          </a:p>
        </p:txBody>
      </p:sp>
      <p:sp>
        <p:nvSpPr>
          <p:cNvPr id="354" name="Google Shape;354;p37">
            <a:extLst xmlns:a="http://schemas.openxmlformats.org/drawingml/2006/main">
              <a:ext uri="{FF2B5EF4-FFF2-40B4-BE49-F238E27FC236}">
                <a16:creationId xmlns:a16="http://schemas.microsoft.com/office/drawing/2014/main" id="{E700F96C-E19F-4E48-80E5-EB1C3876A610}"/>
              </a:ext>
            </a:extLst>
          </p:cNvPr>
          <p:cNvSpPr>
            <a:spLocks xmlns:a="http://schemas.openxmlformats.org/drawingml/2006/main" noGrp="1"/>
          </p:cNvSpPr>
          <p:nvPr>
            <p:ph type="subTitle" idx="13"/>
          </p:nvPr>
        </p:nvSpPr>
        <p:spPr>
          <a:xfrm xmlns:a="http://schemas.openxmlformats.org/drawingml/2006/main">
            <a:off x="5575300" y="1699096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Somar distância,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custo e TTW</a:t>
            </a:r>
          </a:p>
        </p:txBody>
      </p:sp>
      <p:sp>
        <p:nvSpPr>
          <p:cNvPr id="355" name="Google Shape;355;p37">
            <a:extLst xmlns:a="http://schemas.openxmlformats.org/drawingml/2006/main">
              <a:ext uri="{FF2B5EF4-FFF2-40B4-BE49-F238E27FC236}">
                <a16:creationId xmlns:a16="http://schemas.microsoft.com/office/drawing/2014/main" id="{DBAAC547-1B82-41C3-9AAA-1863E91C42EA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575300" y="2781754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Calcular diferenças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absolutas e percentuais</a:t>
            </a:r>
          </a:p>
        </p:txBody>
      </p:sp>
      <p:sp>
        <p:nvSpPr>
          <p:cNvPr id="356" name="Google Shape;356;p37">
            <a:extLst xmlns:a="http://schemas.openxmlformats.org/drawingml/2006/main">
              <a:ext uri="{FF2B5EF4-FFF2-40B4-BE49-F238E27FC236}">
                <a16:creationId xmlns:a16="http://schemas.microsoft.com/office/drawing/2014/main" id="{3B41B50D-90F4-4C06-B1E3-845ACE2C0353}"/>
              </a:ext>
            </a:extLst>
          </p:cNvPr>
          <p:cNvSpPr>
            <a:spLocks xmlns:a="http://schemas.openxmlformats.org/drawingml/2006/main" noGrp="1"/>
          </p:cNvSpPr>
          <p:nvPr>
            <p:ph type="subTitle" idx="15"/>
          </p:nvPr>
        </p:nvSpPr>
        <p:spPr>
          <a:xfrm xmlns:a="http://schemas.openxmlformats.org/drawingml/2006/main">
            <a:off x="5575300" y="3864413"/>
            <a:ext cx="2288100" cy="69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Exibir fontes,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02A41"/>
                </a:solidFill>
              </a:defRPr>
            </a:pPr>
            <a:r>
              <a:rPr sz="1275" b="1">
                <a:solidFill>
                  <a:srgbClr val="202A41"/>
                </a:solidFill>
              </a:rPr>
              <a:t>avisos e limitações</a:t>
            </a:r>
          </a:p>
        </p:txBody>
      </p:sp>
      <p:pic>
        <p:nvPicPr>
          <p:cNvPr id="371" name="Google Shape;357;p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e2e1b750a420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" y="3712050"/>
            <a:ext cx="1768000" cy="135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C83FF82B-5B3B-294F-2915-E8F0F63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113764"/>
            <a:ext cx="7704000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 algn="ctr">
              <a:buNone/>
            </a:pPr>
            <a:r>
              <a:rPr sz="1000" i="1"/>
              <a:t>O resultado agregado continua decomponível em cada parcela do cálculo.</a:t>
            </a:r>
          </a:p>
        </p:txBody>
      </p:sp>
    </p:spTree>
    <p:extLst>
      <p:ext uri="{BB962C8B-B14F-4D97-AF65-F5344CB8AC3E}">
        <p14:creationId xmlns:p14="http://schemas.microsoft.com/office/powerpoint/2010/main" val="1096315895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" name="Google Shape;443;p43">
            <a:extLst xmlns:a="http://schemas.openxmlformats.org/drawingml/2006/main">
              <a:ext uri="{FF2B5EF4-FFF2-40B4-BE49-F238E27FC236}">
                <a16:creationId xmlns:a16="http://schemas.microsoft.com/office/drawing/2014/main" id="{58BEA922-F7E5-120E-04CF-53F90FDC9FE1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72000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Persistência</a:t>
            </a:r>
          </a:p>
        </p:txBody>
      </p:sp>
      <p:sp>
        <p:nvSpPr>
          <p:cNvPr id="444" name="Google Shape;444;p43">
            <a:extLst xmlns:a="http://schemas.openxmlformats.org/drawingml/2006/main">
              <a:ext uri="{FF2B5EF4-FFF2-40B4-BE49-F238E27FC236}">
                <a16:creationId xmlns:a16="http://schemas.microsoft.com/office/drawing/2014/main" id="{F605DD3E-8785-5F56-8E58-D67117658B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539500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r>
              <a:t>Auditoria e persistência</a:t>
            </a:r>
          </a:p>
        </p:txBody>
      </p:sp>
      <p:sp>
        <p:nvSpPr>
          <p:cNvPr id="445" name="Google Shape;445;p43">
            <a:extLst xmlns:a="http://schemas.openxmlformats.org/drawingml/2006/main">
              <a:ext uri="{FF2B5EF4-FFF2-40B4-BE49-F238E27FC236}">
                <a16:creationId xmlns:a16="http://schemas.microsoft.com/office/drawing/2014/main" id="{C3029FF5-A1A0-72E2-34F4-EFF2912D8E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679350"/>
            <a:ext cx="3549600" cy="120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Fonte, período, unidade, método e nível de fallback.</a:t>
            </a:r>
          </a:p>
        </p:txBody>
      </p:sp>
      <p:sp>
        <p:nvSpPr>
          <p:cNvPr id="446" name="Google Shape;446;p43">
            <a:extLst xmlns:a="http://schemas.openxmlformats.org/drawingml/2006/main">
              <a:ext uri="{FF2B5EF4-FFF2-40B4-BE49-F238E27FC236}">
                <a16:creationId xmlns:a16="http://schemas.microsoft.com/office/drawing/2014/main" id="{86930DF9-3608-35A8-DCA5-11715B940F69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881166" y="167934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Ausência de dado aparece como indisponível ou parcial, nunca como zero implícito.</a:t>
            </a:r>
          </a:p>
        </p:txBody>
      </p:sp>
      <p:sp>
        <p:nvSpPr>
          <p:cNvPr id="447" name="Google Shape;447;p43">
            <a:extLst xmlns:a="http://schemas.openxmlformats.org/drawingml/2006/main">
              <a:ext uri="{FF2B5EF4-FFF2-40B4-BE49-F238E27FC236}">
                <a16:creationId xmlns:a16="http://schemas.microsoft.com/office/drawing/2014/main" id="{A07819EC-9990-93C6-888E-45B86D785F3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720000" y="3411494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/>
              <a:t>Caches de rota e resultados de cenário são armazenados no Supabase.</a:t>
            </a:r>
          </a:p>
        </p:txBody>
      </p:sp>
      <p:sp>
        <p:nvSpPr>
          <p:cNvPr id="448" name="Google Shape;448;p43">
            <a:extLst xmlns:a="http://schemas.openxmlformats.org/drawingml/2006/main">
              <a:ext uri="{FF2B5EF4-FFF2-40B4-BE49-F238E27FC236}">
                <a16:creationId xmlns:a16="http://schemas.microsoft.com/office/drawing/2014/main" id="{D6D5D8D3-01F3-1C71-51EE-4AF7C78B4BFD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881166" y="3396199"/>
            <a:ext cx="3549600" cy="135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/>
              <a:t>Parâmetros, versões e parcelas permitem refazer e explicar o cálculo.</a:t>
            </a:r>
          </a:p>
        </p:txBody>
      </p:sp>
      <p:sp>
        <p:nvSpPr>
          <p:cNvPr id="449" name="Google Shape;449;p43">
            <a:extLst xmlns:a="http://schemas.openxmlformats.org/drawingml/2006/main">
              <a:ext uri="{FF2B5EF4-FFF2-40B4-BE49-F238E27FC236}">
                <a16:creationId xmlns:a16="http://schemas.microsoft.com/office/drawing/2014/main" id="{74F55D2B-4ACE-9508-9B5F-C8D58661923D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0000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Proveniência</a:t>
            </a:r>
          </a:p>
        </p:txBody>
      </p:sp>
      <p:sp>
        <p:nvSpPr>
          <p:cNvPr id="450" name="Google Shape;450;p43">
            <a:extLst xmlns:a="http://schemas.openxmlformats.org/drawingml/2006/main">
              <a:ext uri="{FF2B5EF4-FFF2-40B4-BE49-F238E27FC236}">
                <a16:creationId xmlns:a16="http://schemas.microsoft.com/office/drawing/2014/main" id="{56231F66-8034-64BE-0897-9AA20FC8342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881127" y="1429886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Completude</a:t>
            </a:r>
          </a:p>
        </p:txBody>
      </p:sp>
      <p:sp>
        <p:nvSpPr>
          <p:cNvPr id="451" name="Google Shape;451;p43">
            <a:extLst xmlns:a="http://schemas.openxmlformats.org/drawingml/2006/main">
              <a:ext uri="{FF2B5EF4-FFF2-40B4-BE49-F238E27FC236}">
                <a16:creationId xmlns:a16="http://schemas.microsoft.com/office/drawing/2014/main" id="{A4277C71-0295-3220-56F8-0678016A754D}"/>
              </a:ext>
            </a:extLst>
          </p:cNvPr>
          <p:cNvSpPr>
            <a:spLocks xmlns:a="http://schemas.openxmlformats.org/drawingml/2006/main" noGrp="1"/>
          </p:cNvSpPr>
          <p:nvPr>
            <p:ph type="subTitle" idx="8"/>
          </p:nvPr>
        </p:nvSpPr>
        <p:spPr>
          <a:xfrm xmlns:a="http://schemas.openxmlformats.org/drawingml/2006/main">
            <a:off x="4881130" y="3146911"/>
            <a:ext cx="3549600" cy="37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/>
              <a:t>Reprodutibilidade</a:t>
            </a:r>
          </a:p>
        </p:txBody>
      </p:sp>
      <p:sp>
        <p:nvSpPr>
          <p:cNvPr id="2" name="Google Shape;330;p35">
            <a:extLst xmlns:a="http://schemas.openxmlformats.org/drawingml/2006/main">
              <a:ext uri="{FF2B5EF4-FFF2-40B4-BE49-F238E27FC236}">
                <a16:creationId xmlns:a16="http://schemas.microsoft.com/office/drawing/2014/main" id="{59E1E50A-066F-319F-4B01-CAAAC2FB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982320"/>
            <a:ext cx="5657575" cy="31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000"/>
              <a:t>O número final vem acompanhado do contexto necessário para reproduzi-lo.</a:t>
            </a:r>
          </a:p>
        </p:txBody>
      </p:sp>
    </p:spTree>
    <p:extLst>
      <p:ext uri="{BB962C8B-B14F-4D97-AF65-F5344CB8AC3E}">
        <p14:creationId xmlns:p14="http://schemas.microsoft.com/office/powerpoint/2010/main" val="3473974152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Router: comparação detalhada de um caso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O usuário informa origem, destino e carga.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A tela apresenta as duas alternativas, mapas, pernas, distância, consumo, custo modelado, emissões TTW e avisos de proveniência.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O foco é explicar um cenário porta a porta com detalhes auditáveis.</a:t>
            </a:r>
          </a:p>
        </p:txBody>
      </p:sp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Mapa do Router — acessos terrestres e corredor marítimo no mesmo cenário.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b71d67aca2476e"/>
          <a:stretch xmlns:a="http://schemas.openxmlformats.org/drawingml/2006/main"/>
        </p:blipFill>
        <p:spPr>
          <a:xfrm xmlns:a="http://schemas.openxmlformats.org/drawingml/2006/main">
            <a:off x="5163608" y="1636415"/>
            <a:ext cx="3980392" cy="25196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Heatmap: comparação em múltiplos destinos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Com origem e carga fixas, o pipeline repete a comparação para várias cidades.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As cores indicam onde a alternativa multimodal ganha ou perde sob o indicador selecionado.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A visão amplia o estudo sem transformar o caso São Paulo–Rio Branco em regra geral.</a:t>
            </a:r>
          </a:p>
        </p:txBody>
      </p:sp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Verde: maior vantagem multimodal | amarelo: resultados próximos | vermelho: vantagem rodoviária.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4ba5dc07048e2"/>
          <a:stretch xmlns:a="http://schemas.openxmlformats.org/drawingml/2006/main"/>
        </p:blipFill>
        <p:spPr>
          <a:xfrm xmlns:a="http://schemas.openxmlformats.org/drawingml/2006/main">
            <a:off x="5208159" y="987538"/>
            <a:ext cx="3891291" cy="38174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Comparação externa — Aliança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A calculadora pública usa São Paulo → Abaetetuba, 20 t e 2 TEU: não é o mesmo caso do TF.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O material é útil para verificar ordem de grandeza e a lógica de cadeia multimodal.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A comparação válida é apenas entre resultados TTW declarados; não se força equivalência de rota, carga ou fronteira.</a:t>
            </a:r>
          </a:p>
        </p:txBody>
      </p:sp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Cenário externo diferente — referência de plausibilidade, não calibração.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c66a6c6164fca"/>
          <a:stretch xmlns:a="http://schemas.openxmlformats.org/drawingml/2006/main"/>
        </p:blipFill>
        <p:spPr>
          <a:xfrm xmlns:a="http://schemas.openxmlformats.org/drawingml/2006/main">
            <a:off x="5464425" y="987538"/>
            <a:ext cx="3378758" cy="38174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Comparação externa — Log-In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Para São Paulo → Rio Branco, a Log-In apresenta 7.595,9 km e 2,9 t CO₂e no multimodal.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CabotageLens: 7.584,836 km e 3,042 t CO₂e TTW.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Diferenças: 0,15% na distância e 4,7% nas emissões. A distância rodoviária da referência não é tratada como cenário equivalente.</a:t>
            </a:r>
          </a:p>
        </p:txBody>
      </p:sp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Convergência de ordem de grandeza no multimodal, com metodologias independentes.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4ce4eb756440b"/>
          <a:stretch xmlns:a="http://schemas.openxmlformats.org/drawingml/2006/main"/>
        </p:blipFill>
        <p:spPr>
          <a:xfrm xmlns:a="http://schemas.openxmlformats.org/drawingml/2006/main">
            <a:off x="5163608" y="1376446"/>
            <a:ext cx="3980392" cy="30396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DA8A796-7948-6090-ABFB-D974EAB57E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/>
              <a:t>Comparação externa: ANTT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4A5F484E-65B3-DEA6-2B8A-07A1AB8BEB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2673" y="2109663"/>
            <a:ext cx="4405352" cy="2503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152400" indent="0">
              <a:buNone/>
            </a:pPr>
            <a:r>
              <a:t>Piso mínimo informado para 3.491 km e cinco eixos: R$ 21.308,12.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Custo de diesel modelado pelo TF: R$ 12.318,68, equivalente a 57,8% do piso.</a:t>
            </a:r>
          </a:p>
          <a:p xmlns:a="http://schemas.openxmlformats.org/drawingml/2006/main">
            <a:pPr marL="152400" indent="0">
              <a:buNone/>
            </a:pPr>
            <a:r>
              <a:t/>
            </a:r>
          </a:p>
          <a:p xmlns:a="http://schemas.openxmlformats.org/drawingml/2006/main">
            <a:pPr marL="152400" indent="0">
              <a:buNone/>
            </a:pPr>
            <a:r>
              <a:t>Os valores respondem a perguntas diferentes: o piso tem escopo remuneratório amplo; o modelo considera apenas combustível.</a:t>
            </a:r>
          </a:p>
        </p:txBody>
      </p:sp>
      <p:sp>
        <p:nvSpPr>
          <p:cNvPr id="11" name="CaixaDeTexto 10">
            <a:extLst xmlns:a="http://schemas.openxmlformats.org/drawingml/2006/main">
              <a:ext uri="{FF2B5EF4-FFF2-40B4-BE49-F238E27FC236}">
                <a16:creationId xmlns:a16="http://schemas.microsoft.com/office/drawing/2014/main" id="{9A3FB5A9-060D-999A-E3E8-827E0D9B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4774" y="525873"/>
            <a:ext cx="3259226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>
                <a:solidFill>
                  <a:srgbClr val="00B050"/>
                </a:solidFill>
                <a:latin typeface="Poppins"/>
                <a:ea typeface="Poppins"/>
                <a:cs typeface="Poppins"/>
              </a:rPr>
              <a:t>Referência regulatória de frete não é substituto para custo de energia.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668ea1a364097"/>
          <a:stretch xmlns:a="http://schemas.openxmlformats.org/drawingml/2006/main"/>
        </p:blipFill>
        <p:spPr>
          <a:xfrm xmlns:a="http://schemas.openxmlformats.org/drawingml/2006/main">
            <a:off x="5163608" y="2103753"/>
            <a:ext cx="3980392" cy="15850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678002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3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379B0F17-9831-4B2F-E16C-8A5ABAD707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0" y="888777"/>
            <a:ext cx="9144000" cy="1043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+117,24% distância</a:t>
            </a:r>
          </a:p>
        </p:txBody>
      </p:sp>
      <p:sp>
        <p:nvSpPr>
          <p:cNvPr id="484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FF4D0C3B-A4AC-5ACB-4B8C-71369E8743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0" y="1932477"/>
            <a:ext cx="9144000" cy="43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>A cadeia multimodal totaliza 7.584,836 km versus 3.491,431 km no rodoviário direto</a:t>
            </a:r>
          </a:p>
        </p:txBody>
      </p:sp>
      <p:sp>
        <p:nvSpPr>
          <p:cNvPr id="2" name="Google Shape;483;p46">
            <a:extLst xmlns:a="http://schemas.openxmlformats.org/drawingml/2006/main">
              <a:ext uri="{FF2B5EF4-FFF2-40B4-BE49-F238E27FC236}">
                <a16:creationId xmlns:a16="http://schemas.microsoft.com/office/drawing/2014/main" id="{4EA4ADB3-921D-581F-92B6-1DAF9ACC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79924"/>
            <a:ext cx="9144000" cy="104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60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oppins"/>
              <a:buNone/>
              <a:defRPr sz="9600" b="1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r>
              <a:t>−25,24% CO₂e TTW</a:t>
            </a:r>
          </a:p>
        </p:txBody>
      </p:sp>
      <p:sp>
        <p:nvSpPr>
          <p:cNvPr id="3" name="Google Shape;484;p46">
            <a:extLst xmlns:a="http://schemas.openxmlformats.org/drawingml/2006/main">
              <a:ext uri="{FF2B5EF4-FFF2-40B4-BE49-F238E27FC236}">
                <a16:creationId xmlns:a16="http://schemas.microsoft.com/office/drawing/2014/main" id="{AD30427D-E948-9EFE-F7BC-0603E3F7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3624"/>
            <a:ext cx="9144000" cy="43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4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2pPr>
            <a:lvl3pPr marL="1371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4pPr>
            <a:lvl5pPr marL="22860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5pPr>
            <a:lvl6pPr marL="27432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6pPr>
            <a:lvl7pPr marL="32004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7pPr>
            <a:lvl8pPr marL="36576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8pPr>
            <a:lvl9pPr marL="4114800" marR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Mesmo mais longa, reduz também 43,84% do custo modelado de combustíveis neste caso</a:t>
            </a:r>
          </a:p>
        </p:txBody>
      </p:sp>
    </p:spTree>
    <p:extLst>
      <p:ext uri="{BB962C8B-B14F-4D97-AF65-F5344CB8AC3E}">
        <p14:creationId xmlns:p14="http://schemas.microsoft.com/office/powerpoint/2010/main" val="1131876341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ítulo 5">
            <a:extLst xmlns:a="http://schemas.openxmlformats.org/drawingml/2006/main">
              <a:ext uri="{FF2B5EF4-FFF2-40B4-BE49-F238E27FC236}">
                <a16:creationId xmlns:a16="http://schemas.microsoft.com/office/drawing/2014/main" id="{143373FB-FEF6-6C40-484D-6EA11815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95" y="539496"/>
            <a:ext cx="7704011" cy="5727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Contribuições e limites</a:t>
            </a:r>
          </a:p>
        </p:txBody>
      </p:sp>
      <p:sp>
        <p:nvSpPr>
          <p:cNvPr id="7" name="Subtítulo 6">
            <a:extLst xmlns:a="http://schemas.openxmlformats.org/drawingml/2006/main">
              <a:ext uri="{FF2B5EF4-FFF2-40B4-BE49-F238E27FC236}">
                <a16:creationId xmlns:a16="http://schemas.microsoft.com/office/drawing/2014/main" id="{9A6C8322-8023-4406-8599-23B64BC1B0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000" y="1429886"/>
            <a:ext cx="3549600" cy="317411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Contribuições: comparação porta a porta; reconstrução de viagens observadas; intensidade por trabalho de transporte; fallback auditável; integração em ferramenta reproduzível.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Limites: um caso específico; emissões TTW; custo restrito a energia; dependência de qualidade e cobertura das bases; aproximações declaradas em portos, preços e indicadores.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O resultado apoia decisão técnica — não prova superioridade universal da cabotagem.</a:t>
            </a:r>
          </a:p>
        </p:txBody>
      </p:sp>
    </p:spTree>
    <p:extLst>
      <p:ext uri="{BB962C8B-B14F-4D97-AF65-F5344CB8AC3E}">
        <p14:creationId xmlns:p14="http://schemas.microsoft.com/office/powerpoint/2010/main" val="573013424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9" name="Google Shape;329;p35">
            <a:extLst xmlns:a="http://schemas.openxmlformats.org/drawingml/2006/main">
              <a:ext uri="{FF2B5EF4-FFF2-40B4-BE49-F238E27FC236}">
                <a16:creationId xmlns:a16="http://schemas.microsoft.com/office/drawing/2014/main" id="{2CCD90A2-46E8-74C1-ED26-41A2D20EC4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5550" y="1189100"/>
            <a:ext cx="4872900" cy="1964400"/>
          </a:xfrm>
        </p:spPr>
        <p:txBody>
          <a:bodyPr xmlns:a="http://schemas.openxmlformats.org/drawingml/2006/main" spcFirstLastPara="1" wrap="square" lIns="91425" tIns="91425" rIns="91425" bIns="91425" anchor="ctr">
            <a:normAutofit fontScale="97416"/>
          </a:bodyPr>
          <a:lstStyle xmlns:a="http://schemas.openxmlformats.org/drawingml/2006/main"/>
          <a:p xmlns:a="http://schemas.openxmlformats.org/drawingml/2006/main"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t>Distância não basta</a:t>
            </a:r>
          </a:p>
        </p:txBody>
      </p:sp>
      <p:sp>
        <p:nvSpPr>
          <p:cNvPr id="336" name="Subtitle 2">
            <a:extLst xmlns:a="http://schemas.openxmlformats.org/drawingml/2006/main">
              <a:ext uri="{FF2B5EF4-FFF2-40B4-BE49-F238E27FC236}">
                <a16:creationId xmlns:a16="http://schemas.microsoft.com/office/drawing/2014/main" id="{95E2530D-0A5D-8C7C-FF84-CA82828DE1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135550" y="3153500"/>
            <a:ext cx="4872900" cy="6711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São Paulo → Rio Branco | +117,24% distância | −43,84% custo modelado | −25,24% CO₂e TTW</a:t>
            </a:r>
          </a:p>
          <a:p xmlns:a="http://schemas.openxmlformats.org/drawingml/2006/main">
            <a:r>
              <a:rPr>
                <a:hlinkClick xmlns:r="http://schemas.openxmlformats.org/officeDocument/2006/relationships" r:id="Rf4b1db0e638047fc"/>
              </a:rPr>
              <a:t>cabotage-lens.streamlit.app</a:t>
            </a:r>
          </a:p>
        </p:txBody>
      </p:sp>
    </p:spTree>
    <p:extLst>
      <p:ext uri="{BB962C8B-B14F-4D97-AF65-F5344CB8AC3E}">
        <p14:creationId xmlns:p14="http://schemas.microsoft.com/office/powerpoint/2010/main" val="2952461991"/>
      </p:ext>
    </p:extLst>
  </p:cSld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2026-07-22T01:26:46.1710000Z</dcterms:created>
  <dcterms:modified xsi:type="dcterms:W3CDTF">2026-07-22T01:26:46.1710000Z</dcterms:modified>
</coreProperties>
</file>