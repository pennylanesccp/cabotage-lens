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53d683fc97459e" /><Relationship Type="http://schemas.openxmlformats.org/officeDocument/2006/relationships/extended-properties" Target="/docProps/app.xml" Id="Rd7e0363a3bfa4585" /><Relationship Type="http://schemas.openxmlformats.org/officeDocument/2006/relationships/officeDocument" Target="/ppt/presentation.xml" Id="R9ed19671f82d4a31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77a31722225a4f48"/>
  </p:sldMasterIdLst>
  <p:notesMasterIdLst>
    <p:notesMasterId xmlns:r="http://schemas.openxmlformats.org/officeDocument/2006/relationships" r:id="Rf57ecbc53f1a48bf"/>
  </p:notesMasterIdLst>
  <p:sldIdLst>
    <p:sldId xmlns:r="http://schemas.openxmlformats.org/officeDocument/2006/relationships" id="256" r:id="R60c9d36bb3284080"/>
    <p:sldId xmlns:r="http://schemas.openxmlformats.org/officeDocument/2006/relationships" id="257" r:id="R3510af22e0b545c6"/>
    <p:sldId xmlns:r="http://schemas.openxmlformats.org/officeDocument/2006/relationships" id="258" r:id="R75a22ad833024b3a"/>
    <p:sldId xmlns:r="http://schemas.openxmlformats.org/officeDocument/2006/relationships" id="259" r:id="R99e4e1686c86438c"/>
    <p:sldId xmlns:r="http://schemas.openxmlformats.org/officeDocument/2006/relationships" id="260" r:id="R993b5968a7f549ea"/>
    <p:sldId xmlns:r="http://schemas.openxmlformats.org/officeDocument/2006/relationships" id="261" r:id="Re0516fae3e43417a"/>
    <p:sldId xmlns:r="http://schemas.openxmlformats.org/officeDocument/2006/relationships" id="262" r:id="R4d71773a8942472a"/>
    <p:sldId xmlns:r="http://schemas.openxmlformats.org/officeDocument/2006/relationships" id="263" r:id="R54c4f7c742a84cdc"/>
    <p:sldId xmlns:r="http://schemas.openxmlformats.org/officeDocument/2006/relationships" id="264" r:id="Ra06277ab0d8e4262"/>
    <p:sldId xmlns:r="http://schemas.openxmlformats.org/officeDocument/2006/relationships" id="265" r:id="R4625098ec5aa48f0"/>
    <p:sldId xmlns:r="http://schemas.openxmlformats.org/officeDocument/2006/relationships" id="266" r:id="R99445c7ae10948fb"/>
    <p:sldId xmlns:r="http://schemas.openxmlformats.org/officeDocument/2006/relationships" id="267" r:id="Rf07dba06294245ad"/>
    <p:sldId xmlns:r="http://schemas.openxmlformats.org/officeDocument/2006/relationships" id="268" r:id="R3d2458aa3a7a40fa"/>
    <p:sldId xmlns:r="http://schemas.openxmlformats.org/officeDocument/2006/relationships" id="269" r:id="R327827e20f8141c7"/>
    <p:sldId xmlns:r="http://schemas.openxmlformats.org/officeDocument/2006/relationships" id="270" r:id="R538b103d391e49cc"/>
    <p:sldId xmlns:r="http://schemas.openxmlformats.org/officeDocument/2006/relationships" id="271" r:id="R376ef5c1da554471"/>
    <p:sldId xmlns:r="http://schemas.openxmlformats.org/officeDocument/2006/relationships" id="272" r:id="Ra8948af081594fe2"/>
    <p:sldId xmlns:r="http://schemas.openxmlformats.org/officeDocument/2006/relationships" id="273" r:id="R8d060c6f5f2c4c74"/>
    <p:sldId xmlns:r="http://schemas.openxmlformats.org/officeDocument/2006/relationships" id="274" r:id="Rcf884cfc80cf4c70"/>
    <p:sldId xmlns:r="http://schemas.openxmlformats.org/officeDocument/2006/relationships" id="275" r:id="Rbda70c4f007a4dad"/>
    <p:sldId xmlns:r="http://schemas.openxmlformats.org/officeDocument/2006/relationships" id="276" r:id="R7136c2827cff4366"/>
    <p:sldId xmlns:r="http://schemas.openxmlformats.org/officeDocument/2006/relationships" id="277" r:id="Rdab118de54564d7c"/>
    <p:sldId xmlns:r="http://schemas.openxmlformats.org/officeDocument/2006/relationships" id="278" r:id="R502fabe639d74803"/>
    <p:sldId xmlns:r="http://schemas.openxmlformats.org/officeDocument/2006/relationships" id="279" r:id="R44fa0561922f489a"/>
    <p:sldId xmlns:r="http://schemas.openxmlformats.org/officeDocument/2006/relationships" id="280" r:id="Ra9b6d6dc24224604"/>
    <p:sldId xmlns:r="http://schemas.openxmlformats.org/officeDocument/2006/relationships" id="281" r:id="Ra657b14106d74c6f"/>
    <p:sldId xmlns:r="http://schemas.openxmlformats.org/officeDocument/2006/relationships" id="282" r:id="R7dafcbd4414a42cf"/>
  </p:sldIdLst>
  <p:sldSz cx="9144000" cy="5143500"/>
  <p:notesSz cx="6858000" cy="9144000"/>
  <p:embeddedFontLst>
    <p:embeddedFont>
      <p:font typeface="Anaheim"/>
      <p:regular xmlns:r="http://schemas.openxmlformats.org/officeDocument/2006/relationships" r:id="Ra4f1b976ab0b473e"/>
      <p:bold xmlns:r="http://schemas.openxmlformats.org/officeDocument/2006/relationships" r:id="Rc16cf9bb648346a7"/>
    </p:embeddedFont>
    <p:embeddedFont>
      <p:font typeface="Cambria Math"/>
      <p:regular xmlns:r="http://schemas.openxmlformats.org/officeDocument/2006/relationships" r:id="R85711e868b194c2a"/>
    </p:embeddedFont>
    <p:embeddedFont>
      <p:font typeface="Nunito Light"/>
      <p:regular xmlns:r="http://schemas.openxmlformats.org/officeDocument/2006/relationships" r:id="R0ffbf45da0ab4d63"/>
      <p:italic xmlns:r="http://schemas.openxmlformats.org/officeDocument/2006/relationships" r:id="R8c612bdf0daf482a"/>
    </p:embeddedFont>
    <p:embeddedFont>
      <p:font typeface="Poppins"/>
      <p:regular xmlns:r="http://schemas.openxmlformats.org/officeDocument/2006/relationships" r:id="R1b444eea21ab42cc"/>
      <p:bold xmlns:r="http://schemas.openxmlformats.org/officeDocument/2006/relationships" r:id="Rd6440e3765e84bbd"/>
      <p:italic xmlns:r="http://schemas.openxmlformats.org/officeDocument/2006/relationships" r:id="R7fc08a374f6a4f8b"/>
      <p:boldItalic xmlns:r="http://schemas.openxmlformats.org/officeDocument/2006/relationships" r:id="Ra9ca04f4066d4afe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F3E31DBF-9C51-4A74-9153-B9460B38124B}">
  <a:tblStyle styleId="{F3E31DBF-9C51-4A74-9153-B9460B3812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EDEAD7-B31A-4875-943C-D064B1FDED3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6662da4b034068" /><Relationship Type="http://schemas.openxmlformats.org/officeDocument/2006/relationships/slideMaster" Target="/ppt/slideMasters/slideMaster1.xml" Id="R77a31722225a4f48" /><Relationship Type="http://schemas.openxmlformats.org/officeDocument/2006/relationships/notesMaster" Target="/ppt/notesMasters/notesMaster1.xml" Id="Rf57ecbc53f1a48bf" /><Relationship Type="http://schemas.openxmlformats.org/officeDocument/2006/relationships/presProps" Target="/ppt/presProps.xml" Id="R27eccd72d2524827" /><Relationship Type="http://schemas.openxmlformats.org/officeDocument/2006/relationships/viewProps" Target="/ppt/viewProps.xml" Id="Refc82a643a624a9d" /><Relationship Type="http://schemas.openxmlformats.org/officeDocument/2006/relationships/tableStyles" Target="/ppt/tableStyles.xml" Id="Ra92f3751539b40b0" /><Relationship Type="http://schemas.openxmlformats.org/officeDocument/2006/relationships/font" Target="/ppt/fonts/font.dat" Id="Ra4f1b976ab0b473e" /><Relationship Type="http://schemas.openxmlformats.org/officeDocument/2006/relationships/font" Target="/ppt/fonts/font2.dat" Id="Rc16cf9bb648346a7" /><Relationship Type="http://schemas.openxmlformats.org/officeDocument/2006/relationships/font" Target="/ppt/fonts/font3.dat" Id="R85711e868b194c2a" /><Relationship Type="http://schemas.openxmlformats.org/officeDocument/2006/relationships/font" Target="/ppt/fonts/font4.dat" Id="R0ffbf45da0ab4d63" /><Relationship Type="http://schemas.openxmlformats.org/officeDocument/2006/relationships/font" Target="/ppt/fonts/font5.dat" Id="R8c612bdf0daf482a" /><Relationship Type="http://schemas.openxmlformats.org/officeDocument/2006/relationships/font" Target="/ppt/fonts/font6.dat" Id="R1b444eea21ab42cc" /><Relationship Type="http://schemas.openxmlformats.org/officeDocument/2006/relationships/font" Target="/ppt/fonts/font7.dat" Id="Rd6440e3765e84bbd" /><Relationship Type="http://schemas.openxmlformats.org/officeDocument/2006/relationships/font" Target="/ppt/fonts/font8.dat" Id="R7fc08a374f6a4f8b" /><Relationship Type="http://schemas.openxmlformats.org/officeDocument/2006/relationships/font" Target="/ppt/fonts/font9.dat" Id="Ra9ca04f4066d4afe" /><Relationship Type="http://schemas.openxmlformats.org/officeDocument/2006/relationships/slide" Target="/ppt/slides/slide1.xml" Id="R60c9d36bb3284080" /><Relationship Type="http://schemas.openxmlformats.org/officeDocument/2006/relationships/slide" Target="/ppt/slides/slide2.xml" Id="R3510af22e0b545c6" /><Relationship Type="http://schemas.openxmlformats.org/officeDocument/2006/relationships/slide" Target="/ppt/slides/slide3.xml" Id="R75a22ad833024b3a" /><Relationship Type="http://schemas.openxmlformats.org/officeDocument/2006/relationships/slide" Target="/ppt/slides/slide4.xml" Id="R99e4e1686c86438c" /><Relationship Type="http://schemas.openxmlformats.org/officeDocument/2006/relationships/slide" Target="/ppt/slides/slide5.xml" Id="R993b5968a7f549ea" /><Relationship Type="http://schemas.openxmlformats.org/officeDocument/2006/relationships/slide" Target="/ppt/slides/slide6.xml" Id="Re0516fae3e43417a" /><Relationship Type="http://schemas.openxmlformats.org/officeDocument/2006/relationships/slide" Target="/ppt/slides/slide7.xml" Id="R4d71773a8942472a" /><Relationship Type="http://schemas.openxmlformats.org/officeDocument/2006/relationships/slide" Target="/ppt/slides/slide8.xml" Id="R54c4f7c742a84cdc" /><Relationship Type="http://schemas.openxmlformats.org/officeDocument/2006/relationships/slide" Target="/ppt/slides/slide9.xml" Id="Ra06277ab0d8e4262" /><Relationship Type="http://schemas.openxmlformats.org/officeDocument/2006/relationships/slide" Target="/ppt/slides/slide10.xml" Id="R4625098ec5aa48f0" /><Relationship Type="http://schemas.openxmlformats.org/officeDocument/2006/relationships/slide" Target="/ppt/slides/slide11.xml" Id="R99445c7ae10948fb" /><Relationship Type="http://schemas.openxmlformats.org/officeDocument/2006/relationships/slide" Target="/ppt/slides/slide12.xml" Id="Rf07dba06294245ad" /><Relationship Type="http://schemas.openxmlformats.org/officeDocument/2006/relationships/slide" Target="/ppt/slides/slide13.xml" Id="R3d2458aa3a7a40fa" /><Relationship Type="http://schemas.openxmlformats.org/officeDocument/2006/relationships/slide" Target="/ppt/slides/slide14.xml" Id="R327827e20f8141c7" /><Relationship Type="http://schemas.openxmlformats.org/officeDocument/2006/relationships/slide" Target="/ppt/slides/slide15.xml" Id="R538b103d391e49cc" /><Relationship Type="http://schemas.openxmlformats.org/officeDocument/2006/relationships/slide" Target="/ppt/slides/slide16.xml" Id="R376ef5c1da554471" /><Relationship Type="http://schemas.openxmlformats.org/officeDocument/2006/relationships/slide" Target="/ppt/slides/slide17.xml" Id="Ra8948af081594fe2" /><Relationship Type="http://schemas.openxmlformats.org/officeDocument/2006/relationships/slide" Target="/ppt/slides/slide18.xml" Id="R8d060c6f5f2c4c74" /><Relationship Type="http://schemas.openxmlformats.org/officeDocument/2006/relationships/slide" Target="/ppt/slides/slide19.xml" Id="Rcf884cfc80cf4c70" /><Relationship Type="http://schemas.openxmlformats.org/officeDocument/2006/relationships/slide" Target="/ppt/slides/slide20.xml" Id="Rbda70c4f007a4dad" /><Relationship Type="http://schemas.openxmlformats.org/officeDocument/2006/relationships/slide" Target="/ppt/slides/slide21.xml" Id="R7136c2827cff4366" /><Relationship Type="http://schemas.openxmlformats.org/officeDocument/2006/relationships/slide" Target="/ppt/slides/slide22.xml" Id="Rdab118de54564d7c" /><Relationship Type="http://schemas.openxmlformats.org/officeDocument/2006/relationships/slide" Target="/ppt/slides/slide23.xml" Id="R502fabe639d74803" /><Relationship Type="http://schemas.openxmlformats.org/officeDocument/2006/relationships/slide" Target="/ppt/slides/slide24.xml" Id="R44fa0561922f489a" /><Relationship Type="http://schemas.openxmlformats.org/officeDocument/2006/relationships/slide" Target="/ppt/slides/slide25.xml" Id="Ra9b6d6dc24224604" /><Relationship Type="http://schemas.openxmlformats.org/officeDocument/2006/relationships/slide" Target="/ppt/slides/slide26.xml" Id="Ra657b14106d74c6f" /><Relationship Type="http://schemas.openxmlformats.org/officeDocument/2006/relationships/slide" Target="/ppt/slides/slide27.xml" Id="R7dafcbd4414a42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11c76e4db640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18d8daaa7545f9" /><Relationship Type="http://schemas.openxmlformats.org/officeDocument/2006/relationships/notesMaster" Target="/ppt/notesMasters/notesMaster1.xml" Id="R038777174bbf45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83bc5a8b584fb6" /><Relationship Type="http://schemas.openxmlformats.org/officeDocument/2006/relationships/notesMaster" Target="/ppt/notesMasters/notesMaster1.xml" Id="Rb6936dd8e7d847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545d02cb9d4f94" /><Relationship Type="http://schemas.openxmlformats.org/officeDocument/2006/relationships/notesMaster" Target="/ppt/notesMasters/notesMaster1.xml" Id="R6d8c39e147a749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9fc1966d894d34" /><Relationship Type="http://schemas.openxmlformats.org/officeDocument/2006/relationships/notesMaster" Target="/ppt/notesMasters/notesMaster1.xml" Id="R0dc439821fa74a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1963c7a7be4219" /><Relationship Type="http://schemas.openxmlformats.org/officeDocument/2006/relationships/notesMaster" Target="/ppt/notesMasters/notesMaster1.xml" Id="R513b145fcb094b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bf4427ca22474c" /><Relationship Type="http://schemas.openxmlformats.org/officeDocument/2006/relationships/notesMaster" Target="/ppt/notesMasters/notesMaster1.xml" Id="R094de1a663d64a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fde6f9da034e5f" /><Relationship Type="http://schemas.openxmlformats.org/officeDocument/2006/relationships/notesMaster" Target="/ppt/notesMasters/notesMaster1.xml" Id="R54d044604e1a44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daae1603ae452b" /><Relationship Type="http://schemas.openxmlformats.org/officeDocument/2006/relationships/notesMaster" Target="/ppt/notesMasters/notesMaster1.xml" Id="R0e7cb788d39244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c08183be8e4d0b" /><Relationship Type="http://schemas.openxmlformats.org/officeDocument/2006/relationships/notesMaster" Target="/ppt/notesMasters/notesMaster1.xml" Id="R07596ccb42a849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350c1b917a45b3" /><Relationship Type="http://schemas.openxmlformats.org/officeDocument/2006/relationships/notesMaster" Target="/ppt/notesMasters/notesMaster1.xml" Id="R398ab94604474e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74351e2c8244b2" /><Relationship Type="http://schemas.openxmlformats.org/officeDocument/2006/relationships/notesMaster" Target="/ppt/notesMasters/notesMaster1.xml" Id="R0bf70a7035034e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aa4255944344c2" /><Relationship Type="http://schemas.openxmlformats.org/officeDocument/2006/relationships/notesMaster" Target="/ppt/notesMasters/notesMaster1.xml" Id="Rbc804aba54ee43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099a0521cb4cf2" /><Relationship Type="http://schemas.openxmlformats.org/officeDocument/2006/relationships/notesMaster" Target="/ppt/notesMasters/notesMaster1.xml" Id="Rc82c9bedfb0841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c0889f3e3f4a07" /><Relationship Type="http://schemas.openxmlformats.org/officeDocument/2006/relationships/notesMaster" Target="/ppt/notesMasters/notesMaster1.xml" Id="R79e8357b19d74c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7fc5e064d2493f" /><Relationship Type="http://schemas.openxmlformats.org/officeDocument/2006/relationships/notesMaster" Target="/ppt/notesMasters/notesMaster1.xml" Id="R63c2ad4f4c4f4b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a3e73738cc4150" /><Relationship Type="http://schemas.openxmlformats.org/officeDocument/2006/relationships/notesMaster" Target="/ppt/notesMasters/notesMaster1.xml" Id="R267fdaf1e23f4d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20a37e1c704ef6" /><Relationship Type="http://schemas.openxmlformats.org/officeDocument/2006/relationships/notesMaster" Target="/ppt/notesMasters/notesMaster1.xml" Id="Rb73efe7c846c43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3fe19c05ee4c62" /><Relationship Type="http://schemas.openxmlformats.org/officeDocument/2006/relationships/notesMaster" Target="/ppt/notesMasters/notesMaster1.xml" Id="R169cf0c8b38942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362f1143da4abb" /><Relationship Type="http://schemas.openxmlformats.org/officeDocument/2006/relationships/notesMaster" Target="/ppt/notesMasters/notesMaster1.xml" Id="R781056eda8774aa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b8038316974b1a" /><Relationship Type="http://schemas.openxmlformats.org/officeDocument/2006/relationships/notesMaster" Target="/ppt/notesMasters/notesMaster1.xml" Id="Ra088045765ab43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7deec4e23c48ac" /><Relationship Type="http://schemas.openxmlformats.org/officeDocument/2006/relationships/notesMaster" Target="/ppt/notesMasters/notesMaster1.xml" Id="R0e0ec7c58a034ed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107b94ac2784ce9" /><Relationship Type="http://schemas.openxmlformats.org/officeDocument/2006/relationships/notesMaster" Target="/ppt/notesMasters/notesMaster1.xml" Id="R791b818e915543d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9a0a00195ec4f59" /><Relationship Type="http://schemas.openxmlformats.org/officeDocument/2006/relationships/notesMaster" Target="/ppt/notesMasters/notesMaster1.xml" Id="R190ee7932fec4e4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d72efc64ab540af" /><Relationship Type="http://schemas.openxmlformats.org/officeDocument/2006/relationships/notesMaster" Target="/ppt/notesMasters/notesMaster1.xml" Id="R3d3eb20277b643d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6072eb3938c455e" /><Relationship Type="http://schemas.openxmlformats.org/officeDocument/2006/relationships/notesMaster" Target="/ppt/notesMasters/notesMaster1.xml" Id="R1f9975475c464b4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25a62377e55472b" /><Relationship Type="http://schemas.openxmlformats.org/officeDocument/2006/relationships/notesMaster" Target="/ppt/notesMasters/notesMaster1.xml" Id="Rc806921f89a144e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35679e7bcbe4e52" /><Relationship Type="http://schemas.openxmlformats.org/officeDocument/2006/relationships/notesMaster" Target="/ppt/notesMasters/notesMaster1.xml" Id="Raaa31c3f3556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5a3d596294463" /><Relationship Type="http://schemas.openxmlformats.org/officeDocument/2006/relationships/image" Target="/ppt/media/image.png" Id="R96d1287dc93643d4" /><Relationship Type="http://schemas.openxmlformats.org/officeDocument/2006/relationships/image" Target="/ppt/media/image2.png" Id="R4a98cd5faa4e4822" /><Relationship Type="http://schemas.openxmlformats.org/officeDocument/2006/relationships/image" Target="/ppt/media/image3.png" Id="R165d3312d2054f86" /><Relationship Type="http://schemas.openxmlformats.org/officeDocument/2006/relationships/image" Target="/ppt/media/image4.png" Id="R663ff13de5564ae1" /><Relationship Type="http://schemas.openxmlformats.org/officeDocument/2006/relationships/image" Target="/ppt/media/image5.png" Id="Rfd1abca3d8734f17" /><Relationship Type="http://schemas.openxmlformats.org/officeDocument/2006/relationships/image" Target="/ppt/media/image6.png" Id="Ra3fa0e48e20044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358a565044b04" /><Relationship Type="http://schemas.openxmlformats.org/officeDocument/2006/relationships/image" Target="/ppt/media/image.png" Id="Rf27077249c6f4e20" /><Relationship Type="http://schemas.openxmlformats.org/officeDocument/2006/relationships/image" Target="/ppt/media/image5.png" Id="R3e8a4031d559477a" /><Relationship Type="http://schemas.openxmlformats.org/officeDocument/2006/relationships/image" Target="/ppt/media/image7.png" Id="R193e82df4b0e4ad3" /><Relationship Type="http://schemas.openxmlformats.org/officeDocument/2006/relationships/image" Target="/ppt/media/image4.png" Id="R00db79c0ab984e5e" /><Relationship Type="http://schemas.openxmlformats.org/officeDocument/2006/relationships/image" Target="/ppt/media/image3.png" Id="Rbffd19d5464b4c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767bd571f4d3e" /><Relationship Type="http://schemas.openxmlformats.org/officeDocument/2006/relationships/image" Target="/ppt/media/image.png" Id="R34891a7c1146488b" /><Relationship Type="http://schemas.openxmlformats.org/officeDocument/2006/relationships/image" Target="/ppt/media/image8.png" Id="Rc572eeed5fef4687" /><Relationship Type="http://schemas.openxmlformats.org/officeDocument/2006/relationships/image" Target="/ppt/media/image6.png" Id="Re3960ab93e744a5e" /><Relationship Type="http://schemas.openxmlformats.org/officeDocument/2006/relationships/image" Target="/ppt/media/image2.png" Id="Rddaf1ce14f88471f" /><Relationship Type="http://schemas.openxmlformats.org/officeDocument/2006/relationships/image" Target="/ppt/media/image3.png" Id="R787a79cacb7e4e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57536bed240ef" /><Relationship Type="http://schemas.openxmlformats.org/officeDocument/2006/relationships/image" Target="/ppt/media/image.png" Id="R8e94906cc4b84460" /><Relationship Type="http://schemas.openxmlformats.org/officeDocument/2006/relationships/image" Target="/ppt/media/image5.png" Id="R9dbee570a1e344dc" /><Relationship Type="http://schemas.openxmlformats.org/officeDocument/2006/relationships/image" Target="/ppt/media/image6.png" Id="R531a167f54cd484d" /><Relationship Type="http://schemas.openxmlformats.org/officeDocument/2006/relationships/image" Target="/ppt/media/image2.png" Id="Rad39433e4a6c430b" /><Relationship Type="http://schemas.openxmlformats.org/officeDocument/2006/relationships/image" Target="/ppt/media/image3.png" Id="R8b04631b8a5c4c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aaf9dec0e4a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ed721ad29417a" /><Relationship Type="http://schemas.openxmlformats.org/officeDocument/2006/relationships/image" Target="/ppt/media/image.png" Id="R3371ac3a562d40b0" /><Relationship Type="http://schemas.openxmlformats.org/officeDocument/2006/relationships/image" Target="/ppt/media/image8.png" Id="Rf8b4a3b9ce0343f9" /><Relationship Type="http://schemas.openxmlformats.org/officeDocument/2006/relationships/image" Target="/ppt/media/image5.png" Id="R46d6f5600f5444df" /><Relationship Type="http://schemas.openxmlformats.org/officeDocument/2006/relationships/image" Target="/ppt/media/image6.png" Id="R0cb2affa47a4454f" /><Relationship Type="http://schemas.openxmlformats.org/officeDocument/2006/relationships/image" Target="/ppt/media/image2.png" Id="R0160e8d43c5f40e9" /><Relationship Type="http://schemas.openxmlformats.org/officeDocument/2006/relationships/image" Target="/ppt/media/image3.png" Id="R8b4adfdb323f4e9e" /><Relationship Type="http://schemas.openxmlformats.org/officeDocument/2006/relationships/image" Target="/ppt/media/image4.png" Id="R671ee98a63774e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1d370148e844b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0f548b6394f8d" /><Relationship Type="http://schemas.openxmlformats.org/officeDocument/2006/relationships/image" Target="/ppt/media/image.png" Id="R71bc4a9a84784164" /><Relationship Type="http://schemas.openxmlformats.org/officeDocument/2006/relationships/image" Target="/ppt/media/image8.png" Id="Raff10bfdae4d45d3" /><Relationship Type="http://schemas.openxmlformats.org/officeDocument/2006/relationships/image" Target="/ppt/media/image6.png" Id="R05e9cbbd09714dd5" /><Relationship Type="http://schemas.openxmlformats.org/officeDocument/2006/relationships/image" Target="/ppt/media/image2.png" Id="Rfb9325d917d24f55" /><Relationship Type="http://schemas.openxmlformats.org/officeDocument/2006/relationships/image" Target="/ppt/media/image3.png" Id="R5c5f54ad3cd5455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9b625d0a3468a" /><Relationship Type="http://schemas.openxmlformats.org/officeDocument/2006/relationships/image" Target="/ppt/media/image.png" Id="R12f0271a8b2846ba" /><Relationship Type="http://schemas.openxmlformats.org/officeDocument/2006/relationships/image" Target="/ppt/media/image5.png" Id="R312f60b66084476a" /><Relationship Type="http://schemas.openxmlformats.org/officeDocument/2006/relationships/image" Target="/ppt/media/image7.png" Id="R475ae46cb01e4c4d" /><Relationship Type="http://schemas.openxmlformats.org/officeDocument/2006/relationships/image" Target="/ppt/media/image4.png" Id="R27d816ae09fa4206" /><Relationship Type="http://schemas.openxmlformats.org/officeDocument/2006/relationships/image" Target="/ppt/media/image3.png" Id="R2b5398a8c98e4d5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426f43048487c" /><Relationship Type="http://schemas.openxmlformats.org/officeDocument/2006/relationships/image" Target="/ppt/media/image.png" Id="R16d69021587b4541" /><Relationship Type="http://schemas.openxmlformats.org/officeDocument/2006/relationships/image" Target="/ppt/media/image5.png" Id="R4745ca40e8be4eb7" /><Relationship Type="http://schemas.openxmlformats.org/officeDocument/2006/relationships/image" Target="/ppt/media/image6.png" Id="Rc46a9114634d4a80" /><Relationship Type="http://schemas.openxmlformats.org/officeDocument/2006/relationships/image" Target="/ppt/media/image2.png" Id="Rcb9986187f9948f7" /><Relationship Type="http://schemas.openxmlformats.org/officeDocument/2006/relationships/image" Target="/ppt/media/image3.png" Id="R3cbe380d6ce34cb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d690717394cc9" /><Relationship Type="http://schemas.openxmlformats.org/officeDocument/2006/relationships/image" Target="/ppt/media/image.png" Id="Rf75c6e41201f44b7" /><Relationship Type="http://schemas.openxmlformats.org/officeDocument/2006/relationships/image" Target="/ppt/media/image4.png" Id="R8dab218cea554445" /><Relationship Type="http://schemas.openxmlformats.org/officeDocument/2006/relationships/image" Target="/ppt/media/image3.png" Id="R64dc9a44deeb474b" /><Relationship Type="http://schemas.openxmlformats.org/officeDocument/2006/relationships/image" Target="/ppt/media/image8.png" Id="Ref708d41f1134f0e" /><Relationship Type="http://schemas.openxmlformats.org/officeDocument/2006/relationships/image" Target="/ppt/media/image5.png" Id="R8ae4eaa8157040d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ed5506d0d4d9f" /><Relationship Type="http://schemas.openxmlformats.org/officeDocument/2006/relationships/image" Target="/ppt/media/image.png" Id="R7de10598d7554a60" /><Relationship Type="http://schemas.openxmlformats.org/officeDocument/2006/relationships/image" Target="/ppt/media/image7.png" Id="R455e04e569514316" /><Relationship Type="http://schemas.openxmlformats.org/officeDocument/2006/relationships/image" Target="/ppt/media/image5.png" Id="R00455754ef574974" /><Relationship Type="http://schemas.openxmlformats.org/officeDocument/2006/relationships/image" Target="/ppt/media/image3.png" Id="Rcc81e1a1eabf4168" /><Relationship Type="http://schemas.openxmlformats.org/officeDocument/2006/relationships/image" Target="/ppt/media/image4.png" Id="Rba4e461e2f3d428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1e1bf78994e6d" /><Relationship Type="http://schemas.openxmlformats.org/officeDocument/2006/relationships/image" Target="/ppt/media/image.png" Id="Ra107cdb675504e22" /><Relationship Type="http://schemas.openxmlformats.org/officeDocument/2006/relationships/image" Target="/ppt/media/image4.png" Id="R1e35f128e8e04145" /><Relationship Type="http://schemas.openxmlformats.org/officeDocument/2006/relationships/image" Target="/ppt/media/image3.png" Id="Rfc54b04edfdd4448" /><Relationship Type="http://schemas.openxmlformats.org/officeDocument/2006/relationships/image" Target="/ppt/media/image5.png" Id="R644edf5ed11e49b5" /><Relationship Type="http://schemas.openxmlformats.org/officeDocument/2006/relationships/image" Target="/ppt/media/image6.png" Id="R472b0c197aa8400e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Google Shape;9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1287dc93643d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528F1E7E-241C-4A4A-A039-0DA10DB3E9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CA76781E-321D-4E84-A53B-7946C2A669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42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pic>
        <p:nvPicPr>
          <p:cNvPr id="22" name="Google Shape;14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8cd5faa4e482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2641212" y="4619119"/>
            <a:ext cx="6515501" cy="52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" name="Google Shape;15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d3312d2054f8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307888" y="4849412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" name="Google Shape;17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ff13de5564ae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6825" y="1613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" name="Google Shape;18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d3312d2054f8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8300" y="24821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" name="Google Shape;20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abca3d8734f1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899269" y="-740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" name="Google Shape;21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a0e48e200440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6819" y="38993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Google Shape;57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077249c6f4e2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8" name="Google Shape;58;p7">
            <a:extLst xmlns:a="http://schemas.openxmlformats.org/drawingml/2006/main">
              <a:ext uri="{FF2B5EF4-FFF2-40B4-BE49-F238E27FC236}">
                <a16:creationId xmlns:a16="http://schemas.microsoft.com/office/drawing/2014/main" id="{EFC47785-8899-474F-B2BA-912A9D62AD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7">
            <a:extLst xmlns:a="http://schemas.openxmlformats.org/drawingml/2006/main">
              <a:ext uri="{FF2B5EF4-FFF2-40B4-BE49-F238E27FC236}">
                <a16:creationId xmlns:a16="http://schemas.microsoft.com/office/drawing/2014/main" id="{81392D12-D66F-4DF3-9781-F244903B0F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2109663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60" name="Google Shape;60;p7">
            <a:extLst xmlns:a="http://schemas.openxmlformats.org/drawingml/2006/main">
              <a:ext uri="{FF2B5EF4-FFF2-40B4-BE49-F238E27FC236}">
                <a16:creationId xmlns:a16="http://schemas.microsoft.com/office/drawing/2014/main" id="{58B3B346-D499-4846-ACDC-76BCE0396D6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539500"/>
            <a:ext cx="2787000" cy="40644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Google Shape;61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a4031d559477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-25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1" name="Google Shape;6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3e82df4b0e4ad3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7509601" y="3503753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2" name="Google Shape;64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b79c0ab984e5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5837899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" name="Google Shape;65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d19d5464b4c1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Google Shape;67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91a7c1146488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8" name="Google Shape;68;p8">
            <a:extLst xmlns:a="http://schemas.openxmlformats.org/drawingml/2006/main">
              <a:ext uri="{FF2B5EF4-FFF2-40B4-BE49-F238E27FC236}">
                <a16:creationId xmlns:a16="http://schemas.microsoft.com/office/drawing/2014/main" id="{C5D01D96-9E98-477C-A5D4-B2F2736E3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7950" y="1307100"/>
            <a:ext cx="4508100" cy="252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pic>
        <p:nvPicPr>
          <p:cNvPr id="76" name="Google Shape;6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72eeed5fef4687">
            <a:alphaModFix/>
          </a:blip>
          <a:srcRect xmlns:a="http://schemas.openxmlformats.org/drawingml/2006/main" l="0" t="0" r="0" b="22420"/>
          <a:stretch xmlns:a="http://schemas.openxmlformats.org/drawingml/2006/main"/>
        </p:blipFill>
        <p:spPr>
          <a:xfrm xmlns:a="http://schemas.openxmlformats.org/drawingml/2006/main" rot="5400000">
            <a:off x="-257665" y="461283"/>
            <a:ext cx="1768000" cy="104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0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60ab93e744a5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7890675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8" name="Google Shape;72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f1ce14f88471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881699" y="4752250"/>
            <a:ext cx="5260526" cy="38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" name="Google Shape;73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a79cacb7e4e2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9117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3" name="Google Shape;75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4906cc4b8446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6" name="Google Shape;76;p9">
            <a:extLst xmlns:a="http://schemas.openxmlformats.org/drawingml/2006/main">
              <a:ext uri="{FF2B5EF4-FFF2-40B4-BE49-F238E27FC236}">
                <a16:creationId xmlns:a16="http://schemas.microsoft.com/office/drawing/2014/main" id="{5D45787E-88B7-404C-AE8D-FAEFE01A5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189100"/>
            <a:ext cx="4872900" cy="196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9">
            <a:extLst xmlns:a="http://schemas.openxmlformats.org/drawingml/2006/main">
              <a:ext uri="{FF2B5EF4-FFF2-40B4-BE49-F238E27FC236}">
                <a16:creationId xmlns:a16="http://schemas.microsoft.com/office/drawing/2014/main" id="{5BDF68FD-414A-44A1-87BB-E0BAD0DCA7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3153500"/>
            <a:ext cx="4872900" cy="67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pic>
        <p:nvPicPr>
          <p:cNvPr id="86" name="Google Shape;79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ee570a1e344d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8171225" y="2100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7" name="Google Shape;80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a167f54cd484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-1" y="4170713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8" name="Google Shape;82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9433e4a6c430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0" y="2100"/>
            <a:ext cx="4881173" cy="36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9" name="Google Shape;83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4631b8a5c4c7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032338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0">
            <a:extLst xmlns:a="http://schemas.openxmlformats.org/drawingml/2006/main">
              <a:ext uri="{FF2B5EF4-FFF2-40B4-BE49-F238E27FC236}">
                <a16:creationId xmlns:a16="http://schemas.microsoft.com/office/drawing/2014/main" id="{49F3D90A-A4C7-498B-B9AB-556830F2FC7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Google Shape;86;p10">
            <a:extLst xmlns:a="http://schemas.openxmlformats.org/drawingml/2006/main">
              <a:ext uri="{FF2B5EF4-FFF2-40B4-BE49-F238E27FC236}">
                <a16:creationId xmlns:a16="http://schemas.microsoft.com/office/drawing/2014/main" id="{138F944B-7A79-4EEC-ACFB-1127181FD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014450"/>
            <a:ext cx="77040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" name="Google Shape;88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1ac3a562d40b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9" name="Google Shape;89;p11">
            <a:extLst xmlns:a="http://schemas.openxmlformats.org/drawingml/2006/main">
              <a:ext uri="{FF2B5EF4-FFF2-40B4-BE49-F238E27FC236}">
                <a16:creationId xmlns:a16="http://schemas.microsoft.com/office/drawing/2014/main" id="{FC132597-4BD5-4FB3-A38E-9C316C40764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76500" y="1872450"/>
            <a:ext cx="4191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0" name="Google Shape;90;p11">
            <a:extLst xmlns:a="http://schemas.openxmlformats.org/drawingml/2006/main">
              <a:ext uri="{FF2B5EF4-FFF2-40B4-BE49-F238E27FC236}">
                <a16:creationId xmlns:a16="http://schemas.microsoft.com/office/drawing/2014/main" id="{FC6068DF-7666-4B14-84D6-6347EA286D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76500" y="2839950"/>
            <a:ext cx="4191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 xmlns:a="http://schemas.openxmlformats.org/drawingml/2006/main"/>
        </p:txBody>
      </p:sp>
      <p:pic>
        <p:nvPicPr>
          <p:cNvPr id="102" name="Google Shape;91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4a3b9ce0343f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170784" y="263618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3" name="Google Shape;93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6f5600f5444d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7892450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" name="Google Shape;94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2affa47a4454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39067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" name="Google Shape;97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0e8d43c5f40e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0">
            <a:off x="-2638561" y="4624325"/>
            <a:ext cx="6515501" cy="52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6" name="Google Shape;98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adfdb323f4e9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0">
            <a:off x="-7305237" y="485461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" name="Google Shape;100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ee98a63774ee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5031" y="0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8" name="Google Shape;101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adfdb323f4e9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270156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matchingName="Title and text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" name="Google Shape;125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c4a9a8478416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14">
            <a:extLst xmlns:a="http://schemas.openxmlformats.org/drawingml/2006/main">
              <a:ext uri="{FF2B5EF4-FFF2-40B4-BE49-F238E27FC236}">
                <a16:creationId xmlns:a16="http://schemas.microsoft.com/office/drawing/2014/main" id="{D9037269-383F-4EC4-9567-6E942049B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27" name="Google Shape;127;p14">
            <a:extLst xmlns:a="http://schemas.openxmlformats.org/drawingml/2006/main">
              <a:ext uri="{FF2B5EF4-FFF2-40B4-BE49-F238E27FC236}">
                <a16:creationId xmlns:a16="http://schemas.microsoft.com/office/drawing/2014/main" id="{B6391AC9-3E2F-453F-A0DA-98BE301885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 xmlns:a="http://schemas.openxmlformats.org/drawingml/2006/main"/>
        </p:txBody>
      </p:sp>
      <p:pic>
        <p:nvPicPr>
          <p:cNvPr id="136" name="Google Shape;12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f10bfdae4d45d3">
            <a:alphaModFix/>
          </a:blip>
          <a:srcRect xmlns:a="http://schemas.openxmlformats.org/drawingml/2006/main" l="0" t="0" r="0" b="22420"/>
          <a:stretch xmlns:a="http://schemas.openxmlformats.org/drawingml/2006/main"/>
        </p:blipFill>
        <p:spPr>
          <a:xfrm xmlns:a="http://schemas.openxmlformats.org/drawingml/2006/main" rot="5400000">
            <a:off x="-257665" y="461283"/>
            <a:ext cx="1768000" cy="104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7" name="Google Shape;129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9cbbd09714dd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7890675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31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325d917d24f5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881699" y="4752250"/>
            <a:ext cx="5260526" cy="38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32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f54ad3cd5455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9117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Title and text 2">
  <p:cSld name="ONE_COLUMN_TEXT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9" name="Google Shape;134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0271a8b2846b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5" name="Google Shape;135;p15">
            <a:extLst xmlns:a="http://schemas.openxmlformats.org/drawingml/2006/main">
              <a:ext uri="{FF2B5EF4-FFF2-40B4-BE49-F238E27FC236}">
                <a16:creationId xmlns:a16="http://schemas.microsoft.com/office/drawing/2014/main" id="{0CD5FC3D-BCC9-41AE-8513-0526A0D6C5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36" name="Google Shape;136;p15">
            <a:extLst xmlns:a="http://schemas.openxmlformats.org/drawingml/2006/main">
              <a:ext uri="{FF2B5EF4-FFF2-40B4-BE49-F238E27FC236}">
                <a16:creationId xmlns:a16="http://schemas.microsoft.com/office/drawing/2014/main" id="{CBA56E55-1DAC-4849-AEA4-6E3EED919A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2109663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137" name="Google Shape;137;p15">
            <a:extLst xmlns:a="http://schemas.openxmlformats.org/drawingml/2006/main">
              <a:ext uri="{FF2B5EF4-FFF2-40B4-BE49-F238E27FC236}">
                <a16:creationId xmlns:a16="http://schemas.microsoft.com/office/drawing/2014/main" id="{1F6C7875-E85B-440B-8051-DF2B92BC5C1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539500"/>
            <a:ext cx="2787000" cy="40644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53" name="Google Shape;138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f60b66084476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-25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3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5ae46cb01e4c4d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7509601" y="3503753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5" name="Google Shape;141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816ae09fa420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5837899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6" name="Google Shape;142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398a8c98e4d5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3" name="Google Shape;143;p15">
            <a:extLst xmlns:a="http://schemas.openxmlformats.org/drawingml/2006/main">
              <a:ext uri="{FF2B5EF4-FFF2-40B4-BE49-F238E27FC236}">
                <a16:creationId xmlns:a16="http://schemas.microsoft.com/office/drawing/2014/main" id="{DF33C033-36E6-4591-B62D-B14B5CC16F5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109675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itle and four columns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2" name="Google Shape;187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69021587b454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8" name="Google Shape;188;p20">
            <a:extLst xmlns:a="http://schemas.openxmlformats.org/drawingml/2006/main">
              <a:ext uri="{FF2B5EF4-FFF2-40B4-BE49-F238E27FC236}">
                <a16:creationId xmlns:a16="http://schemas.microsoft.com/office/drawing/2014/main" id="{1ECA3992-5A79-403D-99A9-EB77B657F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89" name="Google Shape;189;p20">
            <a:extLst xmlns:a="http://schemas.openxmlformats.org/drawingml/2006/main">
              <a:ext uri="{FF2B5EF4-FFF2-40B4-BE49-F238E27FC236}">
                <a16:creationId xmlns:a16="http://schemas.microsoft.com/office/drawing/2014/main" id="{80C2C6D0-1608-4CCF-99D4-41A97B96FE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0" name="Google Shape;190;p20">
            <a:extLst xmlns:a="http://schemas.openxmlformats.org/drawingml/2006/main">
              <a:ext uri="{FF2B5EF4-FFF2-40B4-BE49-F238E27FC236}">
                <a16:creationId xmlns:a16="http://schemas.microsoft.com/office/drawing/2014/main" id="{0D5CA3AF-4EC8-41B2-90CB-7DC1F3D44BC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1" name="Google Shape;191;p20">
            <a:extLst xmlns:a="http://schemas.openxmlformats.org/drawingml/2006/main">
              <a:ext uri="{FF2B5EF4-FFF2-40B4-BE49-F238E27FC236}">
                <a16:creationId xmlns:a16="http://schemas.microsoft.com/office/drawing/2014/main" id="{2F76485C-7E72-42C5-A72D-E71EF041FD0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39620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2" name="Google Shape;192;p20">
            <a:extLst xmlns:a="http://schemas.openxmlformats.org/drawingml/2006/main">
              <a:ext uri="{FF2B5EF4-FFF2-40B4-BE49-F238E27FC236}">
                <a16:creationId xmlns:a16="http://schemas.microsoft.com/office/drawing/2014/main" id="{884125E8-F49C-4BEC-960B-1B432690D93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20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3" name="Google Shape;193;p20">
            <a:extLst xmlns:a="http://schemas.openxmlformats.org/drawingml/2006/main">
              <a:ext uri="{FF2B5EF4-FFF2-40B4-BE49-F238E27FC236}">
                <a16:creationId xmlns:a16="http://schemas.microsoft.com/office/drawing/2014/main" id="{3EAB6ABE-F8CE-4172-AB18-31AA6B9C356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4" name="Google Shape;194;p20">
            <a:extLst xmlns:a="http://schemas.openxmlformats.org/drawingml/2006/main">
              <a:ext uri="{FF2B5EF4-FFF2-40B4-BE49-F238E27FC236}">
                <a16:creationId xmlns:a16="http://schemas.microsoft.com/office/drawing/2014/main" id="{C65DD897-1E58-4928-83BC-1EE1217FC309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5" name="Google Shape;195;p20">
            <a:extLst xmlns:a="http://schemas.openxmlformats.org/drawingml/2006/main">
              <a:ext uri="{FF2B5EF4-FFF2-40B4-BE49-F238E27FC236}">
                <a16:creationId xmlns:a16="http://schemas.microsoft.com/office/drawing/2014/main" id="{31FC6403-B407-4036-B972-AC5FB728A5E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6" name="Google Shape;196;p20">
            <a:extLst xmlns:a="http://schemas.openxmlformats.org/drawingml/2006/main">
              <a:ext uri="{FF2B5EF4-FFF2-40B4-BE49-F238E27FC236}">
                <a16:creationId xmlns:a16="http://schemas.microsoft.com/office/drawing/2014/main" id="{804B12F5-ACC1-4EFC-96F8-7515F8E9EDD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pic>
        <p:nvPicPr>
          <p:cNvPr id="212" name="Google Shape;198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5ca40e8be4eb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8171225" y="-4719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3" name="Google Shape;199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a9114634d4a8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-1" y="4170713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4" name="Google Shape;201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986187f9948f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0" y="-4719"/>
            <a:ext cx="4881173" cy="36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5" name="Google Shape;202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e380d6ce34cb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032338" y="143636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Title only 3">
  <p:cSld name="TITLE_ONLY_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0" name="Google Shape;253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c6e41201f44b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4" name="Google Shape;254;p25">
            <a:extLst xmlns:a="http://schemas.openxmlformats.org/drawingml/2006/main">
              <a:ext uri="{FF2B5EF4-FFF2-40B4-BE49-F238E27FC236}">
                <a16:creationId xmlns:a16="http://schemas.microsoft.com/office/drawing/2014/main" id="{9FD9FE2C-0D04-4C72-8CA9-DCAA08063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pic>
        <p:nvPicPr>
          <p:cNvPr id="262" name="Google Shape;256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b218cea55444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620475" y="0"/>
            <a:ext cx="6523526" cy="3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3" name="Google Shape;257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c9a44deeb474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355350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4" name="Google Shape;25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708d41f1134f0e">
            <a:alphaModFix/>
          </a:blip>
          <a:srcRect xmlns:a="http://schemas.openxmlformats.org/drawingml/2006/main" l="0" t="0" r="56111" b="41941"/>
          <a:stretch xmlns:a="http://schemas.openxmlformats.org/drawingml/2006/main"/>
        </p:blipFill>
        <p:spPr>
          <a:xfrm xmlns:a="http://schemas.openxmlformats.org/drawingml/2006/main" rot="-5400000">
            <a:off x="8325038" y="4266787"/>
            <a:ext cx="775950" cy="784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5" name="Google Shape;259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4eaa8157040d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0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Background">
  <p:cSld name="CUSTOM_9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Google Shape;301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10598d7554a6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" name="Google Shape;302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10598d7554a6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" name="Google Shape;303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5e04e569514316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-145124" y="3582752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" name="Google Shape;304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55754ef57497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6088" y="-136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" name="Google Shape;306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1e1a1eabf416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840980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" name="Google Shape;308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e461e2f3d428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-13638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" name="Google Shape;309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1e1a1eabf416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329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matchingName="Table of contents">
  <p:cSld name="Table of content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3" name="Google Shape;104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7cdb675504e2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13">
            <a:extLst xmlns:a="http://schemas.openxmlformats.org/drawingml/2006/main">
              <a:ext uri="{FF2B5EF4-FFF2-40B4-BE49-F238E27FC236}">
                <a16:creationId xmlns:a16="http://schemas.microsoft.com/office/drawing/2014/main" id="{2ED94A0F-472A-4E28-9EEF-FCF3685D6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06" name="Google Shape;106;p13">
            <a:extLst xmlns:a="http://schemas.openxmlformats.org/drawingml/2006/main">
              <a:ext uri="{FF2B5EF4-FFF2-40B4-BE49-F238E27FC236}">
                <a16:creationId xmlns:a16="http://schemas.microsoft.com/office/drawing/2014/main" id="{762D3405-D9A1-41CF-8D06-98C3425A697A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7" name="Google Shape;107;p13">
            <a:extLst xmlns:a="http://schemas.openxmlformats.org/drawingml/2006/main">
              <a:ext uri="{FF2B5EF4-FFF2-40B4-BE49-F238E27FC236}">
                <a16:creationId xmlns:a16="http://schemas.microsoft.com/office/drawing/2014/main" id="{35B6FBA8-E627-4C4C-85AB-188A3C5A33EF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8" name="Google Shape;108;p13">
            <a:extLst xmlns:a="http://schemas.openxmlformats.org/drawingml/2006/main">
              <a:ext uri="{FF2B5EF4-FFF2-40B4-BE49-F238E27FC236}">
                <a16:creationId xmlns:a16="http://schemas.microsoft.com/office/drawing/2014/main" id="{60EDAE2D-8DA4-4DE7-9CDA-B09EEFCED9BF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9" name="Google Shape;109;p13">
            <a:extLst xmlns:a="http://schemas.openxmlformats.org/drawingml/2006/main">
              <a:ext uri="{FF2B5EF4-FFF2-40B4-BE49-F238E27FC236}">
                <a16:creationId xmlns:a16="http://schemas.microsoft.com/office/drawing/2014/main" id="{0426A19B-A51F-42FC-8143-6CC43C6ABF01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0" name="Google Shape;110;p13">
            <a:extLst xmlns:a="http://schemas.openxmlformats.org/drawingml/2006/main">
              <a:ext uri="{FF2B5EF4-FFF2-40B4-BE49-F238E27FC236}">
                <a16:creationId xmlns:a16="http://schemas.microsoft.com/office/drawing/2014/main" id="{4DE9B954-9F18-4475-B966-E55300BC0580}"/>
              </a:ext>
            </a:extLst>
          </p:cNvPr>
          <p:cNvSpPr>
            <a:spLocks xmlns:a="http://schemas.openxmlformats.org/drawingml/2006/main" noGrp="1"/>
          </p:cNvSpPr>
          <p:nvPr>
            <p:ph type="title" idx="6" hasCustomPrompt="1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1" name="Google Shape;111;p13">
            <a:extLst xmlns:a="http://schemas.openxmlformats.org/drawingml/2006/main">
              <a:ext uri="{FF2B5EF4-FFF2-40B4-BE49-F238E27FC236}">
                <a16:creationId xmlns:a16="http://schemas.microsoft.com/office/drawing/2014/main" id="{AAFD5EC8-4D3A-4032-8FEA-157A91E0245F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2" name="Google Shape;112;p13">
            <a:extLst xmlns:a="http://schemas.openxmlformats.org/drawingml/2006/main">
              <a:ext uri="{FF2B5EF4-FFF2-40B4-BE49-F238E27FC236}">
                <a16:creationId xmlns:a16="http://schemas.microsoft.com/office/drawing/2014/main" id="{EC3B5AE6-69C6-42D4-96D3-0AC2C2ECBF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3" name="Google Shape;113;p13">
            <a:extLst xmlns:a="http://schemas.openxmlformats.org/drawingml/2006/main">
              <a:ext uri="{FF2B5EF4-FFF2-40B4-BE49-F238E27FC236}">
                <a16:creationId xmlns:a16="http://schemas.microsoft.com/office/drawing/2014/main" id="{62D0D8B7-97FE-449A-A5BF-E5E9E4359153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4" name="Google Shape;114;p13">
            <a:extLst xmlns:a="http://schemas.openxmlformats.org/drawingml/2006/main">
              <a:ext uri="{FF2B5EF4-FFF2-40B4-BE49-F238E27FC236}">
                <a16:creationId xmlns:a16="http://schemas.microsoft.com/office/drawing/2014/main" id="{0ACB55F5-C3E3-4B50-B750-254E7B244651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5" name="Google Shape;115;p13">
            <a:extLst xmlns:a="http://schemas.openxmlformats.org/drawingml/2006/main">
              <a:ext uri="{FF2B5EF4-FFF2-40B4-BE49-F238E27FC236}">
                <a16:creationId xmlns:a16="http://schemas.microsoft.com/office/drawing/2014/main" id="{C954AB14-46CE-4462-9AA9-1E8C382520AD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6" name="Google Shape;116;p13">
            <a:extLst xmlns:a="http://schemas.openxmlformats.org/drawingml/2006/main">
              <a:ext uri="{FF2B5EF4-FFF2-40B4-BE49-F238E27FC236}">
                <a16:creationId xmlns:a16="http://schemas.microsoft.com/office/drawing/2014/main" id="{0D9B4770-0511-4CD3-8CF2-7F32E33856AC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7" name="Google Shape;117;p13">
            <a:extLst xmlns:a="http://schemas.openxmlformats.org/drawingml/2006/main">
              <a:ext uri="{FF2B5EF4-FFF2-40B4-BE49-F238E27FC236}">
                <a16:creationId xmlns:a16="http://schemas.microsoft.com/office/drawing/2014/main" id="{FF588C83-60C8-4027-8083-41A735F3A891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pic>
        <p:nvPicPr>
          <p:cNvPr id="137" name="Google Shape;119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5f128e8e0414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620475" y="0"/>
            <a:ext cx="6523526" cy="3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20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4b04edfdd444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355350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22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edf5ed11e49b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171225" y="0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23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b0c197aa8400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4170737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31a1f2c6fc46b9" /><Relationship Type="http://schemas.openxmlformats.org/officeDocument/2006/relationships/slideLayout" Target="/ppt/slideLayouts/slideLayout1.xml" Id="R75544b89a4594492" /><Relationship Type="http://schemas.openxmlformats.org/officeDocument/2006/relationships/slideLayout" Target="/ppt/slideLayouts/slideLayout2.xml" Id="R7cb70f8931864329" /><Relationship Type="http://schemas.openxmlformats.org/officeDocument/2006/relationships/slideLayout" Target="/ppt/slideLayouts/slideLayout3.xml" Id="R58be20c77e0b4c9e" /><Relationship Type="http://schemas.openxmlformats.org/officeDocument/2006/relationships/slideLayout" Target="/ppt/slideLayouts/slideLayout4.xml" Id="R420b1e5de6484aca" /><Relationship Type="http://schemas.openxmlformats.org/officeDocument/2006/relationships/slideLayout" Target="/ppt/slideLayouts/slideLayout5.xml" Id="R636ee245df504df3" /><Relationship Type="http://schemas.openxmlformats.org/officeDocument/2006/relationships/slideLayout" Target="/ppt/slideLayouts/slideLayout6.xml" Id="R1ff0828c863e4a6a" /><Relationship Type="http://schemas.openxmlformats.org/officeDocument/2006/relationships/slideLayout" Target="/ppt/slideLayouts/slideLayout7.xml" Id="R46b2f5daef51494e" /><Relationship Type="http://schemas.openxmlformats.org/officeDocument/2006/relationships/slideLayout" Target="/ppt/slideLayouts/slideLayout8.xml" Id="Rfa67ecfdb1244318" /><Relationship Type="http://schemas.openxmlformats.org/officeDocument/2006/relationships/slideLayout" Target="/ppt/slideLayouts/slideLayout9.xml" Id="Rfbe8f00677fc4474" /><Relationship Type="http://schemas.openxmlformats.org/officeDocument/2006/relationships/slideLayout" Target="/ppt/slideLayouts/slideLayout10.xml" Id="R3bfdd35a22e5457c" /><Relationship Type="http://schemas.openxmlformats.org/officeDocument/2006/relationships/slideLayout" Target="/ppt/slideLayouts/slideLayout11.xml" Id="R1124fc4ec2434deb" /><Relationship Type="http://schemas.openxmlformats.org/officeDocument/2006/relationships/slideLayout" Target="/ppt/slideLayouts/slideLayout12.xml" Id="R3c9e78f3eaf846d2" /><Relationship Type="http://schemas.openxmlformats.org/officeDocument/2006/relationships/slideLayout" Target="/ppt/slideLayouts/slideLayout13.xml" Id="R8d41f6e6fd7d4559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EC20CF3-9F52-4ADB-9CDE-A377E04A4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2F17634-F04E-4814-8639-9F09FA1B42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25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544b89a4594492"/>
    <p:sldLayoutId xmlns:r="http://schemas.openxmlformats.org/officeDocument/2006/relationships" id="2147483650" r:id="R7cb70f8931864329"/>
    <p:sldLayoutId xmlns:r="http://schemas.openxmlformats.org/officeDocument/2006/relationships" id="2147483651" r:id="R58be20c77e0b4c9e"/>
    <p:sldLayoutId xmlns:r="http://schemas.openxmlformats.org/officeDocument/2006/relationships" id="2147483652" r:id="R420b1e5de6484aca"/>
    <p:sldLayoutId xmlns:r="http://schemas.openxmlformats.org/officeDocument/2006/relationships" id="2147483653" r:id="R636ee245df504df3"/>
    <p:sldLayoutId xmlns:r="http://schemas.openxmlformats.org/officeDocument/2006/relationships" id="2147483654" r:id="R1ff0828c863e4a6a"/>
    <p:sldLayoutId xmlns:r="http://schemas.openxmlformats.org/officeDocument/2006/relationships" id="2147483655" r:id="R46b2f5daef51494e"/>
    <p:sldLayoutId xmlns:r="http://schemas.openxmlformats.org/officeDocument/2006/relationships" id="2147483656" r:id="Rfa67ecfdb1244318"/>
    <p:sldLayoutId xmlns:r="http://schemas.openxmlformats.org/officeDocument/2006/relationships" id="2147483657" r:id="Rfbe8f00677fc4474"/>
    <p:sldLayoutId xmlns:r="http://schemas.openxmlformats.org/officeDocument/2006/relationships" id="2147483658" r:id="R3bfdd35a22e5457c"/>
    <p:sldLayoutId xmlns:r="http://schemas.openxmlformats.org/officeDocument/2006/relationships" id="2147483659" r:id="R1124fc4ec2434deb"/>
    <p:sldLayoutId xmlns:r="http://schemas.openxmlformats.org/officeDocument/2006/relationships" id="2147483660" r:id="R3c9e78f3eaf846d2"/>
    <p:sldLayoutId xmlns:r="http://schemas.openxmlformats.org/officeDocument/2006/relationships" id="2147483661" r:id="R8d41f6e6fd7d4559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b7ee87c944dd9" /><Relationship Type="http://schemas.openxmlformats.org/officeDocument/2006/relationships/notesSlide" Target="/ppt/notesSlides/notesSlide1.xml" Id="R574da4e353244b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a3d148c644ecc" /><Relationship Type="http://schemas.openxmlformats.org/officeDocument/2006/relationships/notesSlide" Target="/ppt/notesSlides/notesSlide2.xml" Id="R2572c280d14043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0a5c4567244425b" /><Relationship Type="http://schemas.openxmlformats.org/officeDocument/2006/relationships/notesSlide" Target="/ppt/notesSlides/notesSlide3.xml" Id="Rb98b2572815249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7907387afc549d4" /><Relationship Type="http://schemas.openxmlformats.org/officeDocument/2006/relationships/image" Target="/ppt/media/image9.png" Id="R52b0c6b760414727" /><Relationship Type="http://schemas.openxmlformats.org/officeDocument/2006/relationships/notesSlide" Target="/ppt/notesSlides/notesSlide4.xml" Id="R4a2c11a8530d49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740cc71d5864048" /><Relationship Type="http://schemas.openxmlformats.org/officeDocument/2006/relationships/notesSlide" Target="/ppt/notesSlides/notesSlide5.xml" Id="Rab4754cb4ba940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7d2a2112b554300" /><Relationship Type="http://schemas.openxmlformats.org/officeDocument/2006/relationships/notesSlide" Target="/ppt/notesSlides/notesSlide6.xml" Id="Rbbdf91208f8c42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a1e738a6d1f4592" /><Relationship Type="http://schemas.openxmlformats.org/officeDocument/2006/relationships/notesSlide" Target="/ppt/notesSlides/notesSlide7.xml" Id="R62b3275326a542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32b956a5b094a29" /><Relationship Type="http://schemas.openxmlformats.org/officeDocument/2006/relationships/notesSlide" Target="/ppt/notesSlides/notesSlide8.xml" Id="Rdc6f9ddbcf634c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759aa1b45e74c59" /><Relationship Type="http://schemas.openxmlformats.org/officeDocument/2006/relationships/image" Target="/ppt/media/image8.png" Id="R397b1870518146dd" /><Relationship Type="http://schemas.openxmlformats.org/officeDocument/2006/relationships/notesSlide" Target="/ppt/notesSlides/notesSlide9.xml" Id="R819cb050deed44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320ede78dcb4357" /><Relationship Type="http://schemas.openxmlformats.org/officeDocument/2006/relationships/image" Target="/ppt/media/image8.png" Id="Rdf14228d3d7c4f4c" /><Relationship Type="http://schemas.openxmlformats.org/officeDocument/2006/relationships/notesSlide" Target="/ppt/notesSlides/notesSlide10.xml" Id="Re6b5462c8cc946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fa11f178cee497a" /><Relationship Type="http://schemas.openxmlformats.org/officeDocument/2006/relationships/image" Target="/ppt/media/image10.png" Id="R21591fb23b184647" /><Relationship Type="http://schemas.openxmlformats.org/officeDocument/2006/relationships/notesSlide" Target="/ppt/notesSlides/notesSlide11.xml" Id="R93328dd2b5d747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791b21c408431e" /><Relationship Type="http://schemas.openxmlformats.org/officeDocument/2006/relationships/notesSlide" Target="/ppt/notesSlides/notesSlide12.xml" Id="Rcf65016a602c4b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2ff08e34b0e4baf" /><Relationship Type="http://schemas.openxmlformats.org/officeDocument/2006/relationships/notesSlide" Target="/ppt/notesSlides/notesSlide13.xml" Id="Recf761d5d56e48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b5393592bd447e0" /><Relationship Type="http://schemas.openxmlformats.org/officeDocument/2006/relationships/notesSlide" Target="/ppt/notesSlides/notesSlide14.xml" Id="R7f9b76b6b1b045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cb654c9f50f4c9c" /><Relationship Type="http://schemas.openxmlformats.org/officeDocument/2006/relationships/notesSlide" Target="/ppt/notesSlides/notesSlide15.xml" Id="Re2803faf3b5d4b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4b0792889b34f02" /><Relationship Type="http://schemas.openxmlformats.org/officeDocument/2006/relationships/notesSlide" Target="/ppt/notesSlides/notesSlide16.xml" Id="R4b54fae552924b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efedf96eb9346a2" /><Relationship Type="http://schemas.openxmlformats.org/officeDocument/2006/relationships/image" Target="/ppt/media/image8.png" Id="Rb2cc527ddaa44d20" /><Relationship Type="http://schemas.openxmlformats.org/officeDocument/2006/relationships/notesSlide" Target="/ppt/notesSlides/notesSlide17.xml" Id="R6639b69847074d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c6c1aaf53e534da7" /><Relationship Type="http://schemas.openxmlformats.org/officeDocument/2006/relationships/notesSlide" Target="/ppt/notesSlides/notesSlide18.xml" Id="R0c7030580cb743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328e831a9b140a6" /><Relationship Type="http://schemas.openxmlformats.org/officeDocument/2006/relationships/image" Target="/ppt/media/image11.png" Id="R9b026bf6d8674e77" /><Relationship Type="http://schemas.openxmlformats.org/officeDocument/2006/relationships/notesSlide" Target="/ppt/notesSlides/notesSlide19.xml" Id="R1943506161e740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9217475abcb4b35" /><Relationship Type="http://schemas.openxmlformats.org/officeDocument/2006/relationships/image" Target="/ppt/media/image.svg" Id="R7ff21750803249d9" /><Relationship Type="http://schemas.openxmlformats.org/officeDocument/2006/relationships/image" Target="/ppt/media/image.png" Id="Rb322be45b0134141" /><Relationship Type="http://schemas.openxmlformats.org/officeDocument/2006/relationships/notesSlide" Target="/ppt/notesSlides/notesSlide20.xml" Id="Re1a431f981a440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b9403e995df4ea5" /><Relationship Type="http://schemas.openxmlformats.org/officeDocument/2006/relationships/notesSlide" Target="/ppt/notesSlides/notesSlide21.xml" Id="R40e8d45ce54148c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89d03894f4a4806" /><Relationship Type="http://schemas.openxmlformats.org/officeDocument/2006/relationships/notesSlide" Target="/ppt/notesSlides/notesSlide22.xml" Id="R32ce1947867843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eeb573ad5bd47ad" /><Relationship Type="http://schemas.openxmlformats.org/officeDocument/2006/relationships/notesSlide" Target="/ppt/notesSlides/notesSlide23.xml" Id="R7df3a69a1e404f6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7f6938cf1ab4825" /><Relationship Type="http://schemas.openxmlformats.org/officeDocument/2006/relationships/notesSlide" Target="/ppt/notesSlides/notesSlide24.xml" Id="R5a1abe2c6f0b46c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652aba73a7246fc" /><Relationship Type="http://schemas.openxmlformats.org/officeDocument/2006/relationships/notesSlide" Target="/ppt/notesSlides/notesSlide25.xml" Id="R445daa87f40449c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dfa562953e84e6f" /><Relationship Type="http://schemas.openxmlformats.org/officeDocument/2006/relationships/image" Target="/ppt/media/image12.png" Id="R1614307d75764866" /><Relationship Type="http://schemas.openxmlformats.org/officeDocument/2006/relationships/notesSlide" Target="/ppt/notesSlides/notesSlide26.xml" Id="Rf8c87c67462f4eb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890dcc6f4ef431d" /><Relationship Type="http://schemas.openxmlformats.org/officeDocument/2006/relationships/hyperlink" Target="https://cabotage-lens.streamlit.app/" TargetMode="External" Id="R75f128244e9a4788" /><Relationship Type="http://schemas.openxmlformats.org/officeDocument/2006/relationships/notesSlide" Target="/ppt/notesSlides/notesSlide27.xml" Id="R4fc9250bc9c04c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5A845DEA-FD9E-D7FE-EC4A-206EC3F499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CabotageLens</a:t>
            </a:r>
          </a:p>
        </p:txBody>
      </p:sp>
      <p:sp>
        <p:nvSpPr>
          <p:cNvPr id="330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A3831C7E-C3BB-A08E-9357-B23405A850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82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/>
              <a:t>Comparação porta a porta de custo modelado e emissões TTW</a:t>
            </a:r>
          </a:p>
          <a:p xmlns:a="http://schemas.openxmlformats.org/drawingml/2006/main">
            <a:pPr marL="0" indent="0">
              <a:buNone/>
            </a:pPr>
            <a:r>
              <a:rPr sz="1200" b="1"/>
              <a:t>Estudo de caso: São Paulo, SP → Rio Branco, AC | Carga de 14 t</a:t>
            </a:r>
          </a:p>
        </p:txBody>
      </p:sp>
    </p:spTree>
    <p:extLst>
      <p:ext uri="{BB962C8B-B14F-4D97-AF65-F5344CB8AC3E}">
        <p14:creationId xmlns:p14="http://schemas.microsoft.com/office/powerpoint/2010/main" val="29671261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379B0F17-9831-4B2F-E16C-8A5ABAD70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888777"/>
            <a:ext cx="9144000" cy="104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−25,24% CO₂e</a:t>
            </a:r>
          </a:p>
        </p:txBody>
      </p:sp>
      <p:sp>
        <p:nvSpPr>
          <p:cNvPr id="484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FF4D0C3B-A4AC-5ACB-4B8C-71369E8743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1932477"/>
            <a:ext cx="9144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TTW: 3.041,62 kg no multimodal vs. 4.068,28 kg no rodoviário direto</a:t>
            </a:r>
          </a:p>
        </p:txBody>
      </p:sp>
      <p:sp>
        <p:nvSpPr>
          <p:cNvPr id="2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4EA4ADB3-921D-581F-92B6-1DAF9ACC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79924"/>
            <a:ext cx="9144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t>−43,84% no custo</a:t>
            </a:r>
          </a:p>
        </p:txBody>
      </p:sp>
      <p:sp>
        <p:nvSpPr>
          <p:cNvPr id="3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AD30427D-E948-9EFE-F7BC-0603E3F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3624"/>
            <a:ext cx="91440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R$ 6.918,66 vs. R$ 12.318,68 — custo modelado de combustível</a:t>
            </a:r>
          </a:p>
        </p:txBody>
      </p:sp>
    </p:spTree>
    <p:extLst>
      <p:ext uri="{BB962C8B-B14F-4D97-AF65-F5344CB8AC3E}">
        <p14:creationId xmlns:p14="http://schemas.microsoft.com/office/powerpoint/2010/main" val="11318763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ítulo 5">
            <a:extLst xmlns:a="http://schemas.openxmlformats.org/drawingml/2006/main">
              <a:ext uri="{FF2B5EF4-FFF2-40B4-BE49-F238E27FC236}">
                <a16:creationId xmlns:a16="http://schemas.microsoft.com/office/drawing/2014/main" id="{143373FB-FEF6-6C40-484D-6EA118157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pergunta é porta a porta</a:t>
            </a:r>
          </a:p>
        </p:txBody>
      </p:sp>
      <p:sp>
        <p:nvSpPr>
          <p:cNvPr id="7" name="Subtítulo 6">
            <a:extLst xmlns:a="http://schemas.openxmlformats.org/drawingml/2006/main">
              <a:ext uri="{FF2B5EF4-FFF2-40B4-BE49-F238E27FC236}">
                <a16:creationId xmlns:a16="http://schemas.microsoft.com/office/drawing/2014/main" id="{9A6C8322-8023-4406-8599-23B64BC1B0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429886"/>
            <a:ext cx="3549600" cy="31741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Como comparar o transporte rodoviário direto e a alternativa com cabotagem?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Três critérios:</a:t>
            </a:r>
          </a:p>
          <a:p xmlns:a="http://schemas.openxmlformats.org/drawingml/2006/main">
            <a:r>
              <a:rPr b="1"/>
              <a:t>• distância total;</a:t>
            </a:r>
          </a:p>
          <a:p xmlns:a="http://schemas.openxmlformats.org/drawingml/2006/main">
            <a:r>
              <a:rPr b="1"/>
              <a:t>• custo modelado de combustível;</a:t>
            </a:r>
          </a:p>
          <a:p xmlns:a="http://schemas.openxmlformats.org/drawingml/2006/main">
            <a:r>
              <a:rPr b="1"/>
              <a:t>• emissões operacionais TTW.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Contribuição: uma cadeia rastreável de dados, hipóteses e resultados.</a:t>
            </a:r>
          </a:p>
        </p:txBody>
      </p:sp>
    </p:spTree>
    <p:extLst>
      <p:ext uri="{BB962C8B-B14F-4D97-AF65-F5344CB8AC3E}">
        <p14:creationId xmlns:p14="http://schemas.microsoft.com/office/powerpoint/2010/main" val="5730134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5" name="Google Shape;515;p50">
            <a:extLst xmlns:a="http://schemas.openxmlformats.org/drawingml/2006/main">
              <a:ext uri="{FF2B5EF4-FFF2-40B4-BE49-F238E27FC236}">
                <a16:creationId xmlns:a16="http://schemas.microsoft.com/office/drawing/2014/main" id="{66D091F1-8AD9-FA68-25D0-F7570F24F6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200" y="440283"/>
            <a:ext cx="4294800" cy="6472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Duas alternativas</a:t>
            </a:r>
          </a:p>
        </p:txBody>
      </p:sp>
      <p:pic>
        <p:nvPicPr>
          <p:cNvPr id="518" name="Imagem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0c6b76041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087582"/>
            <a:ext cx="9060666" cy="40559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569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Google Shape;508;p49">
            <a:extLst xmlns:a="http://schemas.openxmlformats.org/drawingml/2006/main">
              <a:ext uri="{FF2B5EF4-FFF2-40B4-BE49-F238E27FC236}">
                <a16:creationId xmlns:a16="http://schemas.microsoft.com/office/drawing/2014/main" id="{5E907FE9-9483-BB70-40AE-C0C91D932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Poppins"/>
                <a:ea typeface="Poppins"/>
                <a:cs typeface="Poppins"/>
              </a:rPr>
              <a:t>Caso São Paulo → Rio Branco</a:t>
            </a:r>
          </a:p>
        </p:txBody>
      </p:sp>
      <p:sp>
        <p:nvSpPr>
          <p:cNvPr id="509" name="Google Shape;509;p49">
            <a:extLst xmlns:a="http://schemas.openxmlformats.org/drawingml/2006/main">
              <a:ext uri="{FF2B5EF4-FFF2-40B4-BE49-F238E27FC236}">
                <a16:creationId xmlns:a16="http://schemas.microsoft.com/office/drawing/2014/main" id="{8C749584-FE45-7747-6327-031808C8F3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Origem: São Paulo, SP</a:t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Destino: Rio Branco, AC</a:t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Carga: 14 t</a:t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O usuário informa origem, destino e massa. O pipeline seleciona rotas, portos e dados para comparar as duas alternativas.</a:t>
            </a:r>
          </a:p>
        </p:txBody>
      </p:sp>
      <p:graphicFrame>
        <p:nvGraphicFramePr>
          <p:cNvPr id="513" name="Google Shape;336;p36"/>
          <p:cNvGraphicFramePr/>
          <p:nvPr/>
        </p:nvGraphicFramePr>
        <p:xfrm>
          <a:off xmlns:a="http://schemas.openxmlformats.org/drawingml/2006/main" x="879763" y="1980318"/>
          <a:ext xmlns:a="http://schemas.openxmlformats.org/drawingml/2006/main" cx="2604655" cy="144610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858982"/>
                <a:gridCol w="1745673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/>
                        <a:t>Valor do exemplo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Origem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São Paulo, SP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Destino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Rio Branco, AC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Carga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14 toneladas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526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Emissões TTW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O que entra na comparação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OpenRouteService para geocodificação e roteamento pela malha rodoviária.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Carga de 14 t → carreta de cinco eixos, rendimento de 2,30 km/L.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Diesel: 2,68 kg CO₂e/L.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VLSFO: 3,114 kg CO₂e/kg.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Escopo operacional TTW; não é WTW nem ACV.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Preços de diesel e VLSFO alimentam apenas o custo de combustível. Não representam frete, tarifa, contrato ou viabilidade comercial.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Rota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Veículo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Custo modelado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Mesmo caso, mesmos parâmetros e limites de interpretação.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Rotas e acessos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Fontes e proveniência dos dados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Escalas e viagens observadas formam os recortes Santos–Manaus e registram portos intermediários.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Distância, carga, CO₂ e identificação por IMO ou tipo sustentam a intensidade marítima operacional.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Geocodificação e OpenRouteService, com cache, calculam os trechos rodoviários porta a porta.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ANP, Ship &amp; Bunker e BCE alimentam preços; fatores TTW permanecem documentados e separados.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ANTAQ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EU MRV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Preços e fatores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Cada entrada tem origem, período, unidade e papel explícitos no cálculo.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Do dado bruto ao cenário calculado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1. Normaliza ANTAQ e EU MRV.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2. Reconstrói viagens e subtrechos.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3. Agrega distância e intensidade com proveniência.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4. Gera artefatos rastreáveis para a aplicação.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1. Geocodifica origem e destino.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2. Seleciona portos e carrega rotas em cache.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3. Aplica preços, fatores e hipóteses vigentes.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4. Calcula cada perna e persiste o cenário no Supabase.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Pré-processamento reprodutível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Cálculo em execução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Metodologia modular, auditável e reproduzível.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Cálculo marítimo em seis etapas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Recortes de viagem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ANTAQ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Carga por trecho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Trabalho de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transporte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Intensidade por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IMO ou tipo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Filtro P95 e média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ponderada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Consumo, custo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TTW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b1870518146d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Da viagem observada ao consumo, custo e emissões TTW.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Cálculo rodoviário em seis etapas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Geocodificar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origem e destino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Rotear pela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malha rodoviária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Veículo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5 eixos · 2,30 km/L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Combustível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D ÷ η = 1.518,014 L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Custo do diesel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R$ 12.318,68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Emissões TTW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1.518,014 × 2,68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4228d3d7c4f4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Uma viagem de 14 t: 3.491,431 km, consumo por eficiência e emissões operacionais TTW.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3" name="Google Shape;363;p38">
            <a:extLst xmlns:a="http://schemas.openxmlformats.org/drawingml/2006/main">
              <a:ext uri="{FF2B5EF4-FFF2-40B4-BE49-F238E27FC236}">
                <a16:creationId xmlns:a16="http://schemas.microsoft.com/office/drawing/2014/main" id="{AD50AEB2-15F5-7F85-77B7-E29F81FF5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Rodoviário direto: 3.491,431 km</a:t>
            </a:r>
          </a:p>
        </p:txBody>
      </p:sp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58BFCA63-880F-7B07-EE2B-FFA392FDAA7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109675"/>
            <a:ext cx="4294800" cy="8967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Roteamento ORS: 3.491,431 km.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Consumo: 1.518,014 L de diesel.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O cálculo aplica rendimento de 2,30 km/L, preço médio de R$ 8,115/L e fator TTW de 2,68 kg CO₂e/L.</a:t>
            </a:r>
          </a:p>
        </p:txBody>
      </p:sp>
      <p:graphicFrame>
        <p:nvGraphicFramePr>
          <p:cNvPr id="425" name="Google Shape;336;p36"/>
          <p:cNvGraphicFramePr/>
          <p:nvPr/>
        </p:nvGraphicFramePr>
        <p:xfrm>
          <a:off xmlns:a="http://schemas.openxmlformats.org/drawingml/2006/main" x="713225" y="4012718"/>
          <a:ext xmlns:a="http://schemas.openxmlformats.org/drawingml/2006/main" cx="2313709" cy="72305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845128"/>
                <a:gridCol w="1468581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Origem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São Paulo, SP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Destino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Rio Branco, AC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7" name="Google Shape;5129;p69">
            <a:extLst xmlns:a="http://schemas.openxmlformats.org/drawingml/2006/main">
              <a:ext uri="{FF2B5EF4-FFF2-40B4-BE49-F238E27FC236}">
                <a16:creationId xmlns:a16="http://schemas.microsoft.com/office/drawing/2014/main" id="{2F0EDB96-4576-B6C0-F0A6-E8E0522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6586" y="4000835"/>
            <a:ext cx="160411" cy="99295"/>
          </a:xfrm>
          <a:custGeom xmlns:a="http://schemas.openxmlformats.org/drawingml/2006/main">
            <a:rect l="l" t="t" r="r" b="b"/>
            <a:pathLst>
              <a:path w="9113" h="5641">
                <a:moveTo>
                  <a:pt x="4066" y="0"/>
                </a:moveTo>
                <a:cubicBezTo>
                  <a:pt x="2283" y="3"/>
                  <a:pt x="675" y="1081"/>
                  <a:pt x="0" y="2731"/>
                </a:cubicBezTo>
                <a:cubicBezTo>
                  <a:pt x="1527" y="2939"/>
                  <a:pt x="2912" y="3734"/>
                  <a:pt x="3861" y="4948"/>
                </a:cubicBezTo>
                <a:cubicBezTo>
                  <a:pt x="4331" y="4823"/>
                  <a:pt x="4810" y="4761"/>
                  <a:pt x="5287" y="4761"/>
                </a:cubicBezTo>
                <a:cubicBezTo>
                  <a:pt x="6338" y="4761"/>
                  <a:pt x="7378" y="5060"/>
                  <a:pt x="8281" y="5640"/>
                </a:cubicBezTo>
                <a:cubicBezTo>
                  <a:pt x="9112" y="2825"/>
                  <a:pt x="7002" y="0"/>
                  <a:pt x="4069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5130;p69">
            <a:extLst xmlns:a="http://schemas.openxmlformats.org/drawingml/2006/main">
              <a:ext uri="{FF2B5EF4-FFF2-40B4-BE49-F238E27FC236}">
                <a16:creationId xmlns:a16="http://schemas.microsoft.com/office/drawing/2014/main" id="{31E0EE52-FFE0-A870-A7F7-88A92691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1264" y="4065225"/>
            <a:ext cx="339253" cy="204259"/>
          </a:xfrm>
          <a:custGeom xmlns:a="http://schemas.openxmlformats.org/drawingml/2006/main">
            <a:rect l="l" t="t" r="r" b="b"/>
            <a:pathLst>
              <a:path w="19273" h="11604">
                <a:moveTo>
                  <a:pt x="8620" y="1"/>
                </a:moveTo>
                <a:cubicBezTo>
                  <a:pt x="8610" y="1"/>
                  <a:pt x="8599" y="1"/>
                  <a:pt x="8588" y="1"/>
                </a:cubicBezTo>
                <a:cubicBezTo>
                  <a:pt x="7468" y="4"/>
                  <a:pt x="6384" y="407"/>
                  <a:pt x="5535" y="1139"/>
                </a:cubicBezTo>
                <a:cubicBezTo>
                  <a:pt x="4818" y="1756"/>
                  <a:pt x="4288" y="2563"/>
                  <a:pt x="4005" y="3470"/>
                </a:cubicBezTo>
                <a:lnTo>
                  <a:pt x="3891" y="3470"/>
                </a:lnTo>
                <a:cubicBezTo>
                  <a:pt x="1747" y="3470"/>
                  <a:pt x="0" y="5295"/>
                  <a:pt x="0" y="7538"/>
                </a:cubicBezTo>
                <a:cubicBezTo>
                  <a:pt x="0" y="9781"/>
                  <a:pt x="1744" y="11603"/>
                  <a:pt x="3891" y="11603"/>
                </a:cubicBezTo>
                <a:lnTo>
                  <a:pt x="14798" y="11603"/>
                </a:lnTo>
                <a:cubicBezTo>
                  <a:pt x="17264" y="11603"/>
                  <a:pt x="19272" y="9504"/>
                  <a:pt x="19272" y="6924"/>
                </a:cubicBezTo>
                <a:cubicBezTo>
                  <a:pt x="19272" y="6044"/>
                  <a:pt x="19034" y="5180"/>
                  <a:pt x="18583" y="4427"/>
                </a:cubicBezTo>
                <a:cubicBezTo>
                  <a:pt x="18152" y="3705"/>
                  <a:pt x="17529" y="3118"/>
                  <a:pt x="16782" y="2726"/>
                </a:cubicBezTo>
                <a:cubicBezTo>
                  <a:pt x="16161" y="2403"/>
                  <a:pt x="15480" y="2241"/>
                  <a:pt x="14799" y="2241"/>
                </a:cubicBezTo>
                <a:cubicBezTo>
                  <a:pt x="14135" y="2241"/>
                  <a:pt x="13471" y="2394"/>
                  <a:pt x="12861" y="2702"/>
                </a:cubicBezTo>
                <a:cubicBezTo>
                  <a:pt x="12232" y="1443"/>
                  <a:pt x="11118" y="513"/>
                  <a:pt x="9784" y="157"/>
                </a:cubicBezTo>
                <a:cubicBezTo>
                  <a:pt x="9403" y="55"/>
                  <a:pt x="9013" y="1"/>
                  <a:pt x="8620" y="1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28" name="Conector de Seta Reta 9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3026934" y="4369790"/>
            <a:ext cx="788580" cy="445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966737F7-D1AA-C899-54FA-3C17FE9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514" y="4190997"/>
            <a:ext cx="1615898" cy="357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OpenRouteService</a:t>
            </a:r>
          </a:p>
        </p:txBody>
      </p:sp>
      <p:cxnSp>
        <p:nvCxnSpPr>
          <p:cNvPr id="430" name="Conector de Seta Reta 16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5431412" y="4367827"/>
            <a:ext cx="766718" cy="196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graphicFrame>
        <p:nvGraphicFramePr>
          <p:cNvPr id="431" name="Google Shape;336;p36"/>
          <p:cNvGraphicFramePr/>
          <p:nvPr/>
        </p:nvGraphicFramePr>
        <p:xfrm>
          <a:off xmlns:a="http://schemas.openxmlformats.org/drawingml/2006/main" x="6198130" y="4011913"/>
          <a:ext xmlns:a="http://schemas.openxmlformats.org/drawingml/2006/main" cx="1288470" cy="711828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1288470"/>
              </a:tblGrid>
              <a:tr h="355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Distância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355914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3.491,431 km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pic>
        <p:nvPicPr>
          <p:cNvPr id="432" name="Imagem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91fb23b184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8180" y="243173"/>
            <a:ext cx="3099058" cy="2157084"/>
          </a:xfrm>
          <a:prstGeom xmlns:a="http://schemas.openxmlformats.org/drawingml/2006/main" prst="rect">
            <a:avLst/>
          </a:prstGeom>
        </p:spPr>
      </p:pic>
      <p:sp>
        <p:nvSpPr>
          <p:cNvPr id="2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3130057A-CA14-ADB8-8A7D-AE816D66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180" y="0"/>
            <a:ext cx="3099058" cy="236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SzPts val="1100"/>
              <a:buFont typeface="Arial"/>
              <a:buNone/>
            </a:pPr>
            <a:r>
              <a:rPr sz="900" i="1">
                <a:latin typeface="Poppins"/>
                <a:ea typeface="Poppins"/>
                <a:cs typeface="Poppins"/>
              </a:rPr>
              <a:t>Fonte para comparação: Google Maps</a:t>
            </a:r>
          </a:p>
        </p:txBody>
      </p:sp>
    </p:spTree>
    <p:extLst>
      <p:ext uri="{BB962C8B-B14F-4D97-AF65-F5344CB8AC3E}">
        <p14:creationId xmlns:p14="http://schemas.microsoft.com/office/powerpoint/2010/main" val="354464532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5A53E0E0-F105-6832-637F-06FA86FED0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888777"/>
            <a:ext cx="9144000" cy="104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4.068,28 kg CO₂e</a:t>
            </a:r>
          </a:p>
        </p:txBody>
      </p:sp>
      <p:sp>
        <p:nvSpPr>
          <p:cNvPr id="484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10BD961C-884E-C2D8-AD80-F269D5B246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1932477"/>
            <a:ext cx="9144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Emissões operacionais TTW na alternativa rodoviária direta</a:t>
            </a:r>
          </a:p>
        </p:txBody>
      </p:sp>
      <p:sp>
        <p:nvSpPr>
          <p:cNvPr id="2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C8023766-BB7C-9245-8823-FF05C117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79924"/>
            <a:ext cx="9144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t>R$ 12.318,68</a:t>
            </a:r>
          </a:p>
        </p:txBody>
      </p:sp>
      <p:sp>
        <p:nvSpPr>
          <p:cNvPr id="3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979A3F84-A0F4-8630-684C-D8CACCBD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3624"/>
            <a:ext cx="91440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Custo modelado do combustível na alternativa rodoviária direta</a:t>
            </a:r>
          </a:p>
        </p:txBody>
      </p:sp>
    </p:spTree>
    <p:extLst>
      <p:ext uri="{BB962C8B-B14F-4D97-AF65-F5344CB8AC3E}">
        <p14:creationId xmlns:p14="http://schemas.microsoft.com/office/powerpoint/2010/main" val="28580469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ABD2B0DD-BDB1-6975-ACAA-9BB9D1E49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Portos e acessos terrestres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4902A740-86AA-99D6-F3C9-97CF36F313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207764" cy="27541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Pré-carriage — São Paulo → Porto de Santos: 86,170 km; 37,465 L; R$ 260,76; 100,41 kg CO₂e TTW. A origem está a 86 km do porto de embarque.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F4C3094B-2E25-BA11-F159-05030D0E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Portos selecionados por proximidade e serviço de cabotagem.</a:t>
            </a:r>
          </a:p>
        </p:txBody>
      </p:sp>
      <p:sp>
        <p:nvSpPr>
          <p:cNvPr id="17" name="Chave Esquerda 16">
            <a:extLst xmlns:a="http://schemas.openxmlformats.org/drawingml/2006/main">
              <a:ext uri="{FF2B5EF4-FFF2-40B4-BE49-F238E27FC236}">
                <a16:creationId xmlns:a16="http://schemas.microsoft.com/office/drawing/2014/main" id="{6CBBE765-9790-E86D-55C8-BB79A777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009" y="1555020"/>
            <a:ext cx="318654" cy="3210944"/>
          </a:xfrm>
          <a:prstGeom xmlns:a="http://schemas.openxmlformats.org/drawingml/2006/main" prst="leftBrace">
            <a:avLst/>
          </a:prstGeom>
          <a:ln xmlns:a="http://schemas.openxmlformats.org/drawingml/2006/main" w="2857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E3FD0E88-6DCC-BB3A-57FB-EF8D119E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72" y="1555020"/>
            <a:ext cx="3616473" cy="292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100"/>
              <a:t>On-carriage — Porto de Manaus → Rio Branco: 1.403,691 km; 610,300 L; R$ 5.041,08; 1.635,60 kg CO₂e TTW. O último trecho rodoviário permanece material no balanço.</a:t>
            </a:r>
          </a:p>
        </p:txBody>
      </p:sp>
    </p:spTree>
    <p:extLst>
      <p:ext uri="{BB962C8B-B14F-4D97-AF65-F5344CB8AC3E}">
        <p14:creationId xmlns:p14="http://schemas.microsoft.com/office/powerpoint/2010/main" val="22241895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Seleção de portos: critério e cálculo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 distância geodésica ordena portos próximos sem consumir chamadas de roteamento. No caso, Santos e Manaus formam a alternativa analisada.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Os acessos terrestres usam rotas rodoviárias; o trecho marítimo usa corredores observados. A métrica de seleção não substitui a distância de cada perna.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Escolha preliminar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Cálculo final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Haversine apoia a seleção; ORS e evidência marítima sustentam o resultado porta a porta.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Portos sem dupla contagem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Movimentação do contêiner por RTGs e caminhões internos. Total: 4,820 L de diesel; R$ 34,25; 12,92 kg CO₂e TTW. Os proxies de terminal permanecem explícitos.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 consumo do navio atracado está incorporado à intensidade operacional do EU MRV. Por isso, o hoteling não é somado novamente como parcela separada: a decisão evita dupla contagem.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Operações no terminal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Hoteling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Operação no terminal é explícita; hoteling já está na intensidade marítima.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0F2E0901-C393-FA1A-D83B-D96664EE1B2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9999" y="1112200"/>
            <a:ext cx="7052401" cy="3611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SzPts val="1100"/>
              <a:buNone/>
            </a:pPr>
            <a:r>
              <a:t>• 89 recortes de viagem e 22 corredores observados entre Santos e Manaus.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• O P95 remove 2 recortes apenas do cálculo da distância: 87 recortes e 20 corredores.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• A intensidade de 9,009824 g/(t·nm) usa os 89 recortes.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rPr b="1"/>
              <a:t>• Há 1 subperna com Haversine fallback entre 391.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rPr b="1"/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rPr b="1"/>
              <a:t>O modelo representa todos os corredores observados; não uma única rota ou um único navio.</a:t>
            </a:r>
          </a:p>
        </p:txBody>
      </p:sp>
      <p:sp>
        <p:nvSpPr>
          <p:cNvPr id="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68207928-1D51-8633-A3D6-8A9A8174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39500"/>
            <a:ext cx="7468036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rPr sz="2800"/>
              <a:t>Evidência marítima observada</a:t>
            </a:r>
          </a:p>
        </p:txBody>
      </p:sp>
    </p:spTree>
    <p:extLst>
      <p:ext uri="{BB962C8B-B14F-4D97-AF65-F5344CB8AC3E}">
        <p14:creationId xmlns:p14="http://schemas.microsoft.com/office/powerpoint/2010/main" val="409364118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Reconstrução do trecho marítimo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Escalas ANTAQ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em sequência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Janelas Santos–Manaus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1 direta + 88 com escalas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391 subtrechos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1 fallback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P95 da distância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87 recortes · 20 corredores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EU MRV por IMO/tipo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9,009824 g/(t·nm)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Trecho modelado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6.094,975 km · 415,122 kg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c527ddaa44d2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89 recortes em 22 corredores; o P95 filtra somente a distância, não a intensidade.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C8A75B6E-2731-5702-4908-D2F72B3D85A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1112200"/>
            <a:ext cx="6927710" cy="3611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SzPts val="1100"/>
              <a:buNone/>
            </a:pPr>
            <a:r>
              <a:t>Distância Santos → Manaus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6.094,975 km (3.291,023 nm)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Consumo de VLSFO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415,122 kg para 14 t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Resultado marítimo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R$ 1.582,57 de custo modelado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1.292,69 kg CO₂e TTW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O efeito vem da intensidade por trabalho de transporte, não da distância isolada.</a:t>
            </a:r>
          </a:p>
        </p:txBody>
      </p:sp>
      <p:sp>
        <p:nvSpPr>
          <p:cNvPr id="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481E430A-729C-2293-E527-2F6B516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39500"/>
            <a:ext cx="7468036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rPr sz="2800"/>
              <a:t>A perna marítima no balanço</a:t>
            </a:r>
          </a:p>
        </p:txBody>
      </p:sp>
    </p:spTree>
    <p:extLst>
      <p:ext uri="{BB962C8B-B14F-4D97-AF65-F5344CB8AC3E}">
        <p14:creationId xmlns:p14="http://schemas.microsoft.com/office/powerpoint/2010/main" val="314893759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m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26bf6d8674e77"/>
          <a:stretch xmlns:a="http://schemas.openxmlformats.org/drawingml/2006/main"/>
        </p:blipFill>
        <p:spPr>
          <a:xfrm xmlns:a="http://schemas.openxmlformats.org/drawingml/2006/main">
            <a:off x="1321904" y="800100"/>
            <a:ext cx="6500191" cy="411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681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ráfico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2be45b0134141">
            <a:extLst>
              <a:ext uri="{96DAC541-7B7A-43D3-8B79-37D633B846F1}">
                <asvg:svgBlip xmlns:asvg="http://schemas.microsoft.com/office/drawing/2016/SVG/main" r:embed="R7ff21750803249d9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838200"/>
            <a:ext cx="8001000" cy="3562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7582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Emissões TTW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Comparação final do caso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7.584,836 km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+4.093,405 km | +117,24%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R$ 6.918,66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−R$ 5.400,02 | −43,84%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3.041,62 kg CO₂e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−1.026,66 kg | −25,24%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 rota é mais longa, mas reduz custo energético e emissões TTW sob as hipóteses deste caso.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Distância total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Custo modelado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Leitura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Alternativa multimodal em relação ao rodoviário direto.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Validação externa do caso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ORS: 3.491,431 km.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Google Maps: 3.497 km.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Diferença: 5,569 km ou 0,16%.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A comparação verifica a ordem de grandeza da rota terrestre.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CabotageLens: 7.584,836 km e 3,042 t CO₂e.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Log-In: 7.595,9 km e 2,9 t CO₂e.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Diferenças: 0,15% na distância e 4,7% nas emissões.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Google Maps — rodoviário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Log-In — multimodal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As referências apoiam a plausibilidade; não calibram o modelo nem tornam os escopos idênticos.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Custo de combustível não é frete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R$ 12.318,68 no rodoviário direto.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É custo modelado de diesel. Não inclui motorista, pedágio, depreciação, tributos, margem ou condições comerciais.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R$ 21.308,12 para 3.491 km e cinco eixos.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É piso mínimo regulatório com escopo remuneratório mais amplo que o combustível isolado.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CabotageLens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Referência ANTT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O custo de diesel equivale a 57,8% do piso ANTT; os valores respondem a perguntas diferentes.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Persistência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O que torna o resultado auditável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Fonte, período, unidade e método acompanham preços, fatores e intensidades.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Contagens observadas, filtros e fallbacks impedem que ausência de dado pareça valor zero.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Caches e resultados de cenário são armazenados no Supabase para reuso controlado.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Fórmulas, unidades e parcelas por perna permitem refazer o cálculo e localizar diferenças.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Proveniência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Completude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Reprodutibilidade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Além do número final, o sistema preserva contexto suficiente para explicar e reproduzir o cenário.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ítulo 5">
            <a:extLst xmlns:a="http://schemas.openxmlformats.org/drawingml/2006/main">
              <a:ext uri="{FF2B5EF4-FFF2-40B4-BE49-F238E27FC236}">
                <a16:creationId xmlns:a16="http://schemas.microsoft.com/office/drawing/2014/main" id="{143373FB-FEF6-6C40-484D-6EA118157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Limites e validade do resultado</a:t>
            </a:r>
          </a:p>
        </p:txBody>
      </p:sp>
      <p:sp>
        <p:nvSpPr>
          <p:cNvPr id="7" name="Subtítulo 6">
            <a:extLst xmlns:a="http://schemas.openxmlformats.org/drawingml/2006/main">
              <a:ext uri="{FF2B5EF4-FFF2-40B4-BE49-F238E27FC236}">
                <a16:creationId xmlns:a16="http://schemas.microsoft.com/office/drawing/2014/main" id="{9A6C8322-8023-4406-8599-23B64BC1B0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429886"/>
            <a:ext cx="3549600" cy="31741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• Caso específico; não prova superioridade universal.</a:t>
            </a:r>
          </a:p>
          <a:p xmlns:a="http://schemas.openxmlformats.org/drawingml/2006/main">
            <a:r>
              <a:rPr b="1"/>
              <a:t>• TTW CO₂e; não é WTW, ACV ou CO₂ isolado.</a:t>
            </a:r>
          </a:p>
          <a:p xmlns:a="http://schemas.openxmlformats.org/drawingml/2006/main">
            <a:r>
              <a:rPr b="1"/>
              <a:t>• Custo de energia; não é frete comercial.</a:t>
            </a:r>
          </a:p>
          <a:p xmlns:a="http://schemas.openxmlformats.org/drawingml/2006/main">
            <a:r>
              <a:rPr b="1"/>
              <a:t>• Preços, rotas e dados podem alterar o cenário.</a:t>
            </a:r>
          </a:p>
          <a:p xmlns:a="http://schemas.openxmlformats.org/drawingml/2006/main">
            <a:r>
              <a:rPr b="1"/>
              <a:t>• Fallbacks e operações permanecem explícitos.</a:t>
            </a:r>
          </a:p>
        </p:txBody>
      </p:sp>
    </p:spTree>
    <p:extLst>
      <p:ext uri="{BB962C8B-B14F-4D97-AF65-F5344CB8AC3E}">
        <p14:creationId xmlns:p14="http://schemas.microsoft.com/office/powerpoint/2010/main" val="57301342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DA8A796-7948-6090-ABFB-D974EAB57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/>
              <a:t>Escala para múltiplos destinos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4A5F484E-65B3-DEA6-2B8A-07A1AB8BEB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2673" y="2109663"/>
            <a:ext cx="4405352" cy="250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52400" indent="0">
              <a:buNone/>
            </a:pPr>
            <a:r>
              <a:t>Com origem fixa em São Paulo e carga de 14 t, o pipeline repete a comparação porta a porta para uma lista de cidades.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O mapa mostra onde a alternativa multimodal reduz mais o consumo e onde o rodoviário permanece vantajoso.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A visão amplia o caso sem transformar um único corredor em regra geral.</a:t>
            </a:r>
          </a:p>
        </p:txBody>
      </p:sp>
      <p:pic>
        <p:nvPicPr>
          <p:cNvPr id="15" name="Imagem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4307d75764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3608" y="987538"/>
            <a:ext cx="3980392" cy="3817452"/>
          </a:xfrm>
          <a:prstGeom xmlns:a="http://schemas.openxmlformats.org/drawingml/2006/main" prst="rect">
            <a:avLst/>
          </a:prstGeom>
        </p:spPr>
      </p:pic>
      <p:sp>
        <p:nvSpPr>
          <p:cNvPr id="11" name="CaixaDeTexto 10">
            <a:extLst xmlns:a="http://schemas.openxmlformats.org/drawingml/2006/main">
              <a:ext uri="{FF2B5EF4-FFF2-40B4-BE49-F238E27FC236}">
                <a16:creationId xmlns:a16="http://schemas.microsoft.com/office/drawing/2014/main" id="{9A3FB5A9-060D-999A-E3E8-827E0D9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774" y="525873"/>
            <a:ext cx="325922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Verde:</a:t>
            </a:r>
            <a:r>
              <a:rPr sz="800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800">
                <a:latin typeface="Poppins"/>
                <a:ea typeface="Poppins"/>
                <a:cs typeface="Poppins"/>
              </a:rPr>
              <a:t>maior vantagem da alternativa multimodal </a:t>
            </a:r>
          </a:p>
          <a:p xmlns:a="http://schemas.openxmlformats.org/drawingml/2006/main">
            <a:pPr algn="r">
              <a:buNone/>
            </a:pPr>
            <a:r>
              <a:rPr sz="800" b="1">
                <a:solidFill>
                  <a:srgbClr val="FFC000"/>
                </a:solidFill>
                <a:latin typeface="Poppins"/>
                <a:ea typeface="Poppins"/>
                <a:cs typeface="Poppins"/>
              </a:rPr>
              <a:t>Amarelo:</a:t>
            </a:r>
            <a:r>
              <a:rPr sz="800">
                <a:solidFill>
                  <a:srgbClr val="FFC00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800">
                <a:latin typeface="Poppins"/>
                <a:ea typeface="Poppins"/>
                <a:cs typeface="Poppins"/>
              </a:rPr>
              <a:t>resultados semelhantes </a:t>
            </a:r>
          </a:p>
          <a:p xmlns:a="http://schemas.openxmlformats.org/drawingml/2006/main">
            <a:pPr algn="r">
              <a:buNone/>
            </a:pPr>
            <a:r>
              <a:rPr sz="800" b="1">
                <a:solidFill>
                  <a:srgbClr val="FF0000"/>
                </a:solidFill>
                <a:latin typeface="Poppins"/>
                <a:ea typeface="Poppins"/>
                <a:cs typeface="Poppins"/>
              </a:rPr>
              <a:t>Vermelho:</a:t>
            </a:r>
            <a:r>
              <a:rPr sz="800">
                <a:solidFill>
                  <a:srgbClr val="FF000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800">
                <a:latin typeface="Poppins"/>
                <a:ea typeface="Poppins"/>
                <a:cs typeface="Poppins"/>
              </a:rPr>
              <a:t>maior vantagem da alternativa rodoviária direta</a:t>
            </a:r>
          </a:p>
        </p:txBody>
      </p:sp>
    </p:spTree>
    <p:extLst>
      <p:ext uri="{BB962C8B-B14F-4D97-AF65-F5344CB8AC3E}">
        <p14:creationId xmlns:p14="http://schemas.microsoft.com/office/powerpoint/2010/main" val="194767800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2CCD90A2-46E8-74C1-ED26-41A2D20EC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189100"/>
            <a:ext cx="4872900" cy="1964400"/>
          </a:xfrm>
        </p:spPr>
        <p:txBody>
          <a:bodyPr xmlns:a="http://schemas.openxmlformats.org/drawingml/2006/main" spcFirstLastPara="1" wrap="square" lIns="91425" tIns="91425" rIns="91425" bIns="91425" anchor="ctr">
            <a:normAutofit fontScale="97416"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Distância não basta</a:t>
            </a:r>
          </a:p>
        </p:txBody>
      </p:sp>
      <p:sp>
        <p:nvSpPr>
          <p:cNvPr id="336" name="Subtitle 2">
            <a:extLst xmlns:a="http://schemas.openxmlformats.org/drawingml/2006/main">
              <a:ext uri="{FF2B5EF4-FFF2-40B4-BE49-F238E27FC236}">
                <a16:creationId xmlns:a16="http://schemas.microsoft.com/office/drawing/2014/main" id="{95E2530D-0A5D-8C7C-FF84-CA82828DE1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3153500"/>
            <a:ext cx="4872900" cy="6711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 → Rio Branco: +117,24% distância; −43,84% custo modelado; −25,24% CO₂e TTW</a:t>
            </a:r>
          </a:p>
          <a:p xmlns:a="http://schemas.openxmlformats.org/drawingml/2006/main">
            <a:r>
              <a:rPr>
                <a:hlinkClick xmlns:r="http://schemas.openxmlformats.org/officeDocument/2006/relationships" r:id="R75f128244e9a4788"/>
              </a:rPr>
              <a:t>cabotage-lens.streamlit.app</a:t>
            </a:r>
          </a:p>
        </p:txBody>
      </p:sp>
    </p:spTree>
    <p:extLst>
      <p:ext uri="{BB962C8B-B14F-4D97-AF65-F5344CB8AC3E}">
        <p14:creationId xmlns:p14="http://schemas.microsoft.com/office/powerpoint/2010/main" val="2952461991"/>
      </p:ext>
    </p:extLst>
  </p:cSld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2026-07-22T00:39:24.3510000Z</dcterms:created>
  <dcterms:modified xsi:type="dcterms:W3CDTF">2026-07-22T00:39:24.3510000Z</dcterms:modified>
</coreProperties>
</file>