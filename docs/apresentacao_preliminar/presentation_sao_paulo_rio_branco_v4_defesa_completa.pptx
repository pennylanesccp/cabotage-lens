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d921ad8a1f46a2" /><Relationship Type="http://schemas.openxmlformats.org/officeDocument/2006/relationships/extended-properties" Target="/docProps/app.xml" Id="R7aea3a20b3844e02" /><Relationship Type="http://schemas.openxmlformats.org/officeDocument/2006/relationships/officeDocument" Target="/ppt/presentation.xml" Id="R6f4a3866a7624487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d89fe7dbc6c24b59"/>
  </p:sldMasterIdLst>
  <p:notesMasterIdLst>
    <p:notesMasterId xmlns:r="http://schemas.openxmlformats.org/officeDocument/2006/relationships" r:id="R84bf7d7c16a14974"/>
  </p:notesMasterIdLst>
  <p:sldIdLst>
    <p:sldId xmlns:r="http://schemas.openxmlformats.org/officeDocument/2006/relationships" id="256" r:id="R222db3bcd179479c"/>
    <p:sldId xmlns:r="http://schemas.openxmlformats.org/officeDocument/2006/relationships" id="257" r:id="Raae120da2d204a2b"/>
    <p:sldId xmlns:r="http://schemas.openxmlformats.org/officeDocument/2006/relationships" id="258" r:id="Rc61cdf071fe24c7e"/>
    <p:sldId xmlns:r="http://schemas.openxmlformats.org/officeDocument/2006/relationships" id="259" r:id="Rd4f9d2617cd0464e"/>
    <p:sldId xmlns:r="http://schemas.openxmlformats.org/officeDocument/2006/relationships" id="260" r:id="Ree2e0bc8e9d048ef"/>
    <p:sldId xmlns:r="http://schemas.openxmlformats.org/officeDocument/2006/relationships" id="261" r:id="R457301eebcbf4798"/>
    <p:sldId xmlns:r="http://schemas.openxmlformats.org/officeDocument/2006/relationships" id="262" r:id="R0ddc754aad494ca1"/>
    <p:sldId xmlns:r="http://schemas.openxmlformats.org/officeDocument/2006/relationships" id="263" r:id="R141de88fd46c4344"/>
    <p:sldId xmlns:r="http://schemas.openxmlformats.org/officeDocument/2006/relationships" id="264" r:id="R0c5829d548dc443e"/>
    <p:sldId xmlns:r="http://schemas.openxmlformats.org/officeDocument/2006/relationships" id="265" r:id="R28a9a79cd4eb4103"/>
    <p:sldId xmlns:r="http://schemas.openxmlformats.org/officeDocument/2006/relationships" id="266" r:id="R038ecd084eb54c5a"/>
    <p:sldId xmlns:r="http://schemas.openxmlformats.org/officeDocument/2006/relationships" id="267" r:id="R926e85827cc7457a"/>
    <p:sldId xmlns:r="http://schemas.openxmlformats.org/officeDocument/2006/relationships" id="268" r:id="Rce90af18c62c49d2"/>
    <p:sldId xmlns:r="http://schemas.openxmlformats.org/officeDocument/2006/relationships" id="269" r:id="R0cf61a4ab9224787"/>
    <p:sldId xmlns:r="http://schemas.openxmlformats.org/officeDocument/2006/relationships" id="270" r:id="R73061ce345624f58"/>
    <p:sldId xmlns:r="http://schemas.openxmlformats.org/officeDocument/2006/relationships" id="271" r:id="Re55aa6f499f64c7a"/>
    <p:sldId xmlns:r="http://schemas.openxmlformats.org/officeDocument/2006/relationships" id="272" r:id="R327160a8776d4a00"/>
    <p:sldId xmlns:r="http://schemas.openxmlformats.org/officeDocument/2006/relationships" id="273" r:id="R2a108ee1fcb14347"/>
    <p:sldId xmlns:r="http://schemas.openxmlformats.org/officeDocument/2006/relationships" id="274" r:id="R60d699f25bb54772"/>
    <p:sldId xmlns:r="http://schemas.openxmlformats.org/officeDocument/2006/relationships" id="275" r:id="R9fa32e276a334ba9"/>
    <p:sldId xmlns:r="http://schemas.openxmlformats.org/officeDocument/2006/relationships" id="276" r:id="R104cc139f94e4e68"/>
    <p:sldId xmlns:r="http://schemas.openxmlformats.org/officeDocument/2006/relationships" id="277" r:id="R92f6de00a7e3438f"/>
    <p:sldId xmlns:r="http://schemas.openxmlformats.org/officeDocument/2006/relationships" id="278" r:id="Rab6b5756a0844c8d"/>
    <p:sldId xmlns:r="http://schemas.openxmlformats.org/officeDocument/2006/relationships" id="279" r:id="R7b85f2c8bd9c4415"/>
    <p:sldId xmlns:r="http://schemas.openxmlformats.org/officeDocument/2006/relationships" id="280" r:id="R95186985d8974a01"/>
    <p:sldId xmlns:r="http://schemas.openxmlformats.org/officeDocument/2006/relationships" id="281" r:id="Raf78f5ad8d43477a"/>
    <p:sldId xmlns:r="http://schemas.openxmlformats.org/officeDocument/2006/relationships" id="282" r:id="Rbb10b10690e74d5f"/>
    <p:sldId xmlns:r="http://schemas.openxmlformats.org/officeDocument/2006/relationships" id="283" r:id="R898f37dfc17745be"/>
    <p:sldId xmlns:r="http://schemas.openxmlformats.org/officeDocument/2006/relationships" id="284" r:id="R36f011c8da3c425b"/>
    <p:sldId xmlns:r="http://schemas.openxmlformats.org/officeDocument/2006/relationships" id="285" r:id="Re3687d6c1b3b4b10"/>
    <p:sldId xmlns:r="http://schemas.openxmlformats.org/officeDocument/2006/relationships" id="286" r:id="Rb6d3d5e30a334f30"/>
    <p:sldId xmlns:r="http://schemas.openxmlformats.org/officeDocument/2006/relationships" id="287" r:id="R152eb59d7ad6437b"/>
    <p:sldId xmlns:r="http://schemas.openxmlformats.org/officeDocument/2006/relationships" id="288" r:id="R2f49e5f67c234cbe"/>
    <p:sldId xmlns:r="http://schemas.openxmlformats.org/officeDocument/2006/relationships" id="289" r:id="R28a3f29b36014c67"/>
    <p:sldId xmlns:r="http://schemas.openxmlformats.org/officeDocument/2006/relationships" id="290" r:id="R59cadf75282a44d3"/>
    <p:sldId xmlns:r="http://schemas.openxmlformats.org/officeDocument/2006/relationships" id="291" r:id="R216920a06a194919"/>
    <p:sldId xmlns:r="http://schemas.openxmlformats.org/officeDocument/2006/relationships" id="292" r:id="R86dc32419de742d0"/>
    <p:sldId xmlns:r="http://schemas.openxmlformats.org/officeDocument/2006/relationships" id="293" r:id="R0a784878cfb34c79"/>
    <p:sldId xmlns:r="http://schemas.openxmlformats.org/officeDocument/2006/relationships" id="294" r:id="R54173e5c4c634fd4"/>
    <p:sldId xmlns:r="http://schemas.openxmlformats.org/officeDocument/2006/relationships" id="295" r:id="R8737179999be4146"/>
  </p:sldIdLst>
  <p:sldSz cx="9144000" cy="5143500"/>
  <p:notesSz cx="6858000" cy="9144000"/>
  <p:embeddedFontLst>
    <p:embeddedFont>
      <p:font typeface="Anaheim"/>
      <p:regular xmlns:r="http://schemas.openxmlformats.org/officeDocument/2006/relationships" r:id="R7410ae4be9c34697"/>
      <p:bold xmlns:r="http://schemas.openxmlformats.org/officeDocument/2006/relationships" r:id="Ra4aa27d5bcb741e0"/>
    </p:embeddedFont>
    <p:embeddedFont>
      <p:font typeface="Cambria Math"/>
      <p:regular xmlns:r="http://schemas.openxmlformats.org/officeDocument/2006/relationships" r:id="Rc639943c06344bcb"/>
    </p:embeddedFont>
    <p:embeddedFont>
      <p:font typeface="Nunito Light"/>
      <p:regular xmlns:r="http://schemas.openxmlformats.org/officeDocument/2006/relationships" r:id="Rcc93c8eaebde417c"/>
      <p:italic xmlns:r="http://schemas.openxmlformats.org/officeDocument/2006/relationships" r:id="R833b8b8e74494cb3"/>
    </p:embeddedFont>
    <p:embeddedFont>
      <p:font typeface="Poppins"/>
      <p:regular xmlns:r="http://schemas.openxmlformats.org/officeDocument/2006/relationships" r:id="Rde265b0f2b2e4ecd"/>
      <p:bold xmlns:r="http://schemas.openxmlformats.org/officeDocument/2006/relationships" r:id="R160e7d975be64dca"/>
      <p:italic xmlns:r="http://schemas.openxmlformats.org/officeDocument/2006/relationships" r:id="R036b0d3a42fe4cb4"/>
      <p:boldItalic xmlns:r="http://schemas.openxmlformats.org/officeDocument/2006/relationships" r:id="R54cddb78db18483c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F3E31DBF-9C51-4A74-9153-B9460B38124B}">
  <a:tblStyle styleId="{F3E31DBF-9C51-4A74-9153-B9460B381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EDEAD7-B31A-4875-943C-D064B1FDED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acd5eb109a40b8" /><Relationship Type="http://schemas.openxmlformats.org/officeDocument/2006/relationships/slideMaster" Target="/ppt/slideMasters/slideMaster1.xml" Id="Rd89fe7dbc6c24b59" /><Relationship Type="http://schemas.openxmlformats.org/officeDocument/2006/relationships/notesMaster" Target="/ppt/notesMasters/notesMaster1.xml" Id="R84bf7d7c16a14974" /><Relationship Type="http://schemas.openxmlformats.org/officeDocument/2006/relationships/presProps" Target="/ppt/presProps.xml" Id="R7009f472c678480f" /><Relationship Type="http://schemas.openxmlformats.org/officeDocument/2006/relationships/viewProps" Target="/ppt/viewProps.xml" Id="Rb5e5428370214ace" /><Relationship Type="http://schemas.openxmlformats.org/officeDocument/2006/relationships/tableStyles" Target="/ppt/tableStyles.xml" Id="Re6311617a865411b" /><Relationship Type="http://schemas.openxmlformats.org/officeDocument/2006/relationships/font" Target="/ppt/fonts/font.dat" Id="R7410ae4be9c34697" /><Relationship Type="http://schemas.openxmlformats.org/officeDocument/2006/relationships/font" Target="/ppt/fonts/font2.dat" Id="Ra4aa27d5bcb741e0" /><Relationship Type="http://schemas.openxmlformats.org/officeDocument/2006/relationships/font" Target="/ppt/fonts/font3.dat" Id="Rc639943c06344bcb" /><Relationship Type="http://schemas.openxmlformats.org/officeDocument/2006/relationships/font" Target="/ppt/fonts/font4.dat" Id="Rcc93c8eaebde417c" /><Relationship Type="http://schemas.openxmlformats.org/officeDocument/2006/relationships/font" Target="/ppt/fonts/font5.dat" Id="R833b8b8e74494cb3" /><Relationship Type="http://schemas.openxmlformats.org/officeDocument/2006/relationships/font" Target="/ppt/fonts/font6.dat" Id="Rde265b0f2b2e4ecd" /><Relationship Type="http://schemas.openxmlformats.org/officeDocument/2006/relationships/font" Target="/ppt/fonts/font7.dat" Id="R160e7d975be64dca" /><Relationship Type="http://schemas.openxmlformats.org/officeDocument/2006/relationships/font" Target="/ppt/fonts/font8.dat" Id="R036b0d3a42fe4cb4" /><Relationship Type="http://schemas.openxmlformats.org/officeDocument/2006/relationships/font" Target="/ppt/fonts/font9.dat" Id="R54cddb78db18483c" /><Relationship Type="http://schemas.openxmlformats.org/officeDocument/2006/relationships/slide" Target="/ppt/slides/slide1.xml" Id="R222db3bcd179479c" /><Relationship Type="http://schemas.openxmlformats.org/officeDocument/2006/relationships/slide" Target="/ppt/slides/slide2.xml" Id="Raae120da2d204a2b" /><Relationship Type="http://schemas.openxmlformats.org/officeDocument/2006/relationships/slide" Target="/ppt/slides/slide3.xml" Id="Rc61cdf071fe24c7e" /><Relationship Type="http://schemas.openxmlformats.org/officeDocument/2006/relationships/slide" Target="/ppt/slides/slide4.xml" Id="Rd4f9d2617cd0464e" /><Relationship Type="http://schemas.openxmlformats.org/officeDocument/2006/relationships/slide" Target="/ppt/slides/slide5.xml" Id="Ree2e0bc8e9d048ef" /><Relationship Type="http://schemas.openxmlformats.org/officeDocument/2006/relationships/slide" Target="/ppt/slides/slide6.xml" Id="R457301eebcbf4798" /><Relationship Type="http://schemas.openxmlformats.org/officeDocument/2006/relationships/slide" Target="/ppt/slides/slide7.xml" Id="R0ddc754aad494ca1" /><Relationship Type="http://schemas.openxmlformats.org/officeDocument/2006/relationships/slide" Target="/ppt/slides/slide8.xml" Id="R141de88fd46c4344" /><Relationship Type="http://schemas.openxmlformats.org/officeDocument/2006/relationships/slide" Target="/ppt/slides/slide9.xml" Id="R0c5829d548dc443e" /><Relationship Type="http://schemas.openxmlformats.org/officeDocument/2006/relationships/slide" Target="/ppt/slides/slide10.xml" Id="R28a9a79cd4eb4103" /><Relationship Type="http://schemas.openxmlformats.org/officeDocument/2006/relationships/slide" Target="/ppt/slides/slide11.xml" Id="R038ecd084eb54c5a" /><Relationship Type="http://schemas.openxmlformats.org/officeDocument/2006/relationships/slide" Target="/ppt/slides/slide12.xml" Id="R926e85827cc7457a" /><Relationship Type="http://schemas.openxmlformats.org/officeDocument/2006/relationships/slide" Target="/ppt/slides/slide13.xml" Id="Rce90af18c62c49d2" /><Relationship Type="http://schemas.openxmlformats.org/officeDocument/2006/relationships/slide" Target="/ppt/slides/slide14.xml" Id="R0cf61a4ab9224787" /><Relationship Type="http://schemas.openxmlformats.org/officeDocument/2006/relationships/slide" Target="/ppt/slides/slide15.xml" Id="R73061ce345624f58" /><Relationship Type="http://schemas.openxmlformats.org/officeDocument/2006/relationships/slide" Target="/ppt/slides/slide16.xml" Id="Re55aa6f499f64c7a" /><Relationship Type="http://schemas.openxmlformats.org/officeDocument/2006/relationships/slide" Target="/ppt/slides/slide17.xml" Id="R327160a8776d4a00" /><Relationship Type="http://schemas.openxmlformats.org/officeDocument/2006/relationships/slide" Target="/ppt/slides/slide18.xml" Id="R2a108ee1fcb14347" /><Relationship Type="http://schemas.openxmlformats.org/officeDocument/2006/relationships/slide" Target="/ppt/slides/slide19.xml" Id="R60d699f25bb54772" /><Relationship Type="http://schemas.openxmlformats.org/officeDocument/2006/relationships/slide" Target="/ppt/slides/slide20.xml" Id="R9fa32e276a334ba9" /><Relationship Type="http://schemas.openxmlformats.org/officeDocument/2006/relationships/slide" Target="/ppt/slides/slide21.xml" Id="R104cc139f94e4e68" /><Relationship Type="http://schemas.openxmlformats.org/officeDocument/2006/relationships/slide" Target="/ppt/slides/slide22.xml" Id="R92f6de00a7e3438f" /><Relationship Type="http://schemas.openxmlformats.org/officeDocument/2006/relationships/slide" Target="/ppt/slides/slide23.xml" Id="Rab6b5756a0844c8d" /><Relationship Type="http://schemas.openxmlformats.org/officeDocument/2006/relationships/slide" Target="/ppt/slides/slide24.xml" Id="R7b85f2c8bd9c4415" /><Relationship Type="http://schemas.openxmlformats.org/officeDocument/2006/relationships/slide" Target="/ppt/slides/slide25.xml" Id="R95186985d8974a01" /><Relationship Type="http://schemas.openxmlformats.org/officeDocument/2006/relationships/slide" Target="/ppt/slides/slide26.xml" Id="Raf78f5ad8d43477a" /><Relationship Type="http://schemas.openxmlformats.org/officeDocument/2006/relationships/slide" Target="/ppt/slides/slide27.xml" Id="Rbb10b10690e74d5f" /><Relationship Type="http://schemas.openxmlformats.org/officeDocument/2006/relationships/slide" Target="/ppt/slides/slide28.xml" Id="R898f37dfc17745be" /><Relationship Type="http://schemas.openxmlformats.org/officeDocument/2006/relationships/slide" Target="/ppt/slides/slide29.xml" Id="R36f011c8da3c425b" /><Relationship Type="http://schemas.openxmlformats.org/officeDocument/2006/relationships/slide" Target="/ppt/slides/slide30.xml" Id="Re3687d6c1b3b4b10" /><Relationship Type="http://schemas.openxmlformats.org/officeDocument/2006/relationships/slide" Target="/ppt/slides/slide31.xml" Id="Rb6d3d5e30a334f30" /><Relationship Type="http://schemas.openxmlformats.org/officeDocument/2006/relationships/slide" Target="/ppt/slides/slide32.xml" Id="R152eb59d7ad6437b" /><Relationship Type="http://schemas.openxmlformats.org/officeDocument/2006/relationships/slide" Target="/ppt/slides/slide33.xml" Id="R2f49e5f67c234cbe" /><Relationship Type="http://schemas.openxmlformats.org/officeDocument/2006/relationships/slide" Target="/ppt/slides/slide34.xml" Id="R28a3f29b36014c67" /><Relationship Type="http://schemas.openxmlformats.org/officeDocument/2006/relationships/slide" Target="/ppt/slides/slide35.xml" Id="R59cadf75282a44d3" /><Relationship Type="http://schemas.openxmlformats.org/officeDocument/2006/relationships/slide" Target="/ppt/slides/slide36.xml" Id="R216920a06a194919" /><Relationship Type="http://schemas.openxmlformats.org/officeDocument/2006/relationships/slide" Target="/ppt/slides/slide37.xml" Id="R86dc32419de742d0" /><Relationship Type="http://schemas.openxmlformats.org/officeDocument/2006/relationships/slide" Target="/ppt/slides/slide38.xml" Id="R0a784878cfb34c79" /><Relationship Type="http://schemas.openxmlformats.org/officeDocument/2006/relationships/slide" Target="/ppt/slides/slide39.xml" Id="R54173e5c4c634fd4" /><Relationship Type="http://schemas.openxmlformats.org/officeDocument/2006/relationships/slide" Target="/ppt/slides/slide40.xml" Id="R8737179999be41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8bca128db648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91358167a94e95" /><Relationship Type="http://schemas.openxmlformats.org/officeDocument/2006/relationships/notesMaster" Target="/ppt/notesMasters/notesMaster1.xml" Id="R01d6ff35789d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835ac070ac479e" /><Relationship Type="http://schemas.openxmlformats.org/officeDocument/2006/relationships/notesMaster" Target="/ppt/notesMasters/notesMaster1.xml" Id="Rd9704a5844b744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202d7174ed49db" /><Relationship Type="http://schemas.openxmlformats.org/officeDocument/2006/relationships/notesMaster" Target="/ppt/notesMasters/notesMaster1.xml" Id="R1ce7a629353c43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4f37ab5bf7460f" /><Relationship Type="http://schemas.openxmlformats.org/officeDocument/2006/relationships/notesMaster" Target="/ppt/notesMasters/notesMaster1.xml" Id="R22db827ebca045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1a3a6e9cee4590" /><Relationship Type="http://schemas.openxmlformats.org/officeDocument/2006/relationships/notesMaster" Target="/ppt/notesMasters/notesMaster1.xml" Id="R698e83f07e984c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81c085a4b24b2b" /><Relationship Type="http://schemas.openxmlformats.org/officeDocument/2006/relationships/notesMaster" Target="/ppt/notesMasters/notesMaster1.xml" Id="Rfd9d4b0f62b848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20a4ab0344a6e" /><Relationship Type="http://schemas.openxmlformats.org/officeDocument/2006/relationships/notesMaster" Target="/ppt/notesMasters/notesMaster1.xml" Id="R9707f593d8c941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3f9332c8f3454a" /><Relationship Type="http://schemas.openxmlformats.org/officeDocument/2006/relationships/notesMaster" Target="/ppt/notesMasters/notesMaster1.xml" Id="R33777885bee644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3bdec6c4a2493d" /><Relationship Type="http://schemas.openxmlformats.org/officeDocument/2006/relationships/notesMaster" Target="/ppt/notesMasters/notesMaster1.xml" Id="R45da75ca4aa84c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267bcf85154df7" /><Relationship Type="http://schemas.openxmlformats.org/officeDocument/2006/relationships/notesMaster" Target="/ppt/notesMasters/notesMaster1.xml" Id="Recbd45f53a2448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1296d5f8a94865" /><Relationship Type="http://schemas.openxmlformats.org/officeDocument/2006/relationships/notesMaster" Target="/ppt/notesMasters/notesMaster1.xml" Id="R531856ef75f846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58a7135b6842b2" /><Relationship Type="http://schemas.openxmlformats.org/officeDocument/2006/relationships/notesMaster" Target="/ppt/notesMasters/notesMaster1.xml" Id="R5cbc4ba6a5e149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1057c613c64f62" /><Relationship Type="http://schemas.openxmlformats.org/officeDocument/2006/relationships/notesMaster" Target="/ppt/notesMasters/notesMaster1.xml" Id="Rb19565da045747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1e3c858b984374" /><Relationship Type="http://schemas.openxmlformats.org/officeDocument/2006/relationships/notesMaster" Target="/ppt/notesMasters/notesMaster1.xml" Id="Rc658f0fd66ff46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fd1fd2f9a94cbe" /><Relationship Type="http://schemas.openxmlformats.org/officeDocument/2006/relationships/notesMaster" Target="/ppt/notesMasters/notesMaster1.xml" Id="R1d8c091006684c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7629d7c5f84fea" /><Relationship Type="http://schemas.openxmlformats.org/officeDocument/2006/relationships/notesMaster" Target="/ppt/notesMasters/notesMaster1.xml" Id="Re5205e2164134b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683508345d41ab" /><Relationship Type="http://schemas.openxmlformats.org/officeDocument/2006/relationships/notesMaster" Target="/ppt/notesMasters/notesMaster1.xml" Id="R43c9a1c657b842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ec669d24ee4a24" /><Relationship Type="http://schemas.openxmlformats.org/officeDocument/2006/relationships/notesMaster" Target="/ppt/notesMasters/notesMaster1.xml" Id="R61d55fa14a0144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857746125d495e" /><Relationship Type="http://schemas.openxmlformats.org/officeDocument/2006/relationships/notesMaster" Target="/ppt/notesMasters/notesMaster1.xml" Id="Ra192ed08d73946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95029cb8284662" /><Relationship Type="http://schemas.openxmlformats.org/officeDocument/2006/relationships/notesMaster" Target="/ppt/notesMasters/notesMaster1.xml" Id="Rc842e177524d4c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0f1f03b533454d" /><Relationship Type="http://schemas.openxmlformats.org/officeDocument/2006/relationships/notesMaster" Target="/ppt/notesMasters/notesMaster1.xml" Id="Rccfc593347f0460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aaff0bb90742e0" /><Relationship Type="http://schemas.openxmlformats.org/officeDocument/2006/relationships/notesMaster" Target="/ppt/notesMasters/notesMaster1.xml" Id="Rc875f185732f4f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c5205432334c5b" /><Relationship Type="http://schemas.openxmlformats.org/officeDocument/2006/relationships/notesMaster" Target="/ppt/notesMasters/notesMaster1.xml" Id="R71d807e28c734e6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9aca890c5743ac" /><Relationship Type="http://schemas.openxmlformats.org/officeDocument/2006/relationships/notesMaster" Target="/ppt/notesMasters/notesMaster1.xml" Id="R8203a7a0feeb42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745ff9a8bf40d0" /><Relationship Type="http://schemas.openxmlformats.org/officeDocument/2006/relationships/notesMaster" Target="/ppt/notesMasters/notesMaster1.xml" Id="Rc3706fafd22e4c9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71152ba00f4cc1" /><Relationship Type="http://schemas.openxmlformats.org/officeDocument/2006/relationships/notesMaster" Target="/ppt/notesMasters/notesMaster1.xml" Id="R473d2462cdf34af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1daf020e82340da" /><Relationship Type="http://schemas.openxmlformats.org/officeDocument/2006/relationships/notesMaster" Target="/ppt/notesMasters/notesMaster1.xml" Id="R59318e56998d47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af31b0cd89d4693" /><Relationship Type="http://schemas.openxmlformats.org/officeDocument/2006/relationships/notesMaster" Target="/ppt/notesMasters/notesMaster1.xml" Id="Rd5f1157200234de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5233065b994e61" /><Relationship Type="http://schemas.openxmlformats.org/officeDocument/2006/relationships/notesMaster" Target="/ppt/notesMasters/notesMaster1.xml" Id="Rd013ec821edf409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2f3366dfa54a95" /><Relationship Type="http://schemas.openxmlformats.org/officeDocument/2006/relationships/notesMaster" Target="/ppt/notesMasters/notesMaster1.xml" Id="Rfefef4479b8c4be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bcb3b4502474d8a" /><Relationship Type="http://schemas.openxmlformats.org/officeDocument/2006/relationships/notesMaster" Target="/ppt/notesMasters/notesMaster1.xml" Id="R828ff6096ecd4c6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f95e0315b6a4de9" /><Relationship Type="http://schemas.openxmlformats.org/officeDocument/2006/relationships/notesMaster" Target="/ppt/notesMasters/notesMaster1.xml" Id="Rbd93c1d1832c45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236ae8f1c2a488e" /><Relationship Type="http://schemas.openxmlformats.org/officeDocument/2006/relationships/notesMaster" Target="/ppt/notesMasters/notesMaster1.xml" Id="R78d54148cd6046b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64ed470b9694002" /><Relationship Type="http://schemas.openxmlformats.org/officeDocument/2006/relationships/notesMaster" Target="/ppt/notesMasters/notesMaster1.xml" Id="Rbf682ffa9b344fe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9bb07a801a84cc2" /><Relationship Type="http://schemas.openxmlformats.org/officeDocument/2006/relationships/notesMaster" Target="/ppt/notesMasters/notesMaster1.xml" Id="R86dcb340aa0044d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bee1ce9c4fb4b26" /><Relationship Type="http://schemas.openxmlformats.org/officeDocument/2006/relationships/notesMaster" Target="/ppt/notesMasters/notesMaster1.xml" Id="Rc1689dcf6d3c425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7e4f54794d6496d" /><Relationship Type="http://schemas.openxmlformats.org/officeDocument/2006/relationships/notesMaster" Target="/ppt/notesMasters/notesMaster1.xml" Id="R59b302ea51154dc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e19f0053d344ce7" /><Relationship Type="http://schemas.openxmlformats.org/officeDocument/2006/relationships/notesMaster" Target="/ppt/notesMasters/notesMaster1.xml" Id="R5ab41571ffeb41b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b14ed0444c540d8" /><Relationship Type="http://schemas.openxmlformats.org/officeDocument/2006/relationships/notesMaster" Target="/ppt/notesMasters/notesMaster1.xml" Id="R30635fb84b31470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7bbbabf09f447d0" /><Relationship Type="http://schemas.openxmlformats.org/officeDocument/2006/relationships/notesMaster" Target="/ppt/notesMasters/notesMaster1.xml" Id="R19bdb2d258494e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9c763a86d4f2d" /><Relationship Type="http://schemas.openxmlformats.org/officeDocument/2006/relationships/image" Target="/ppt/media/image.png" Id="Rd90fc9a7fd77426f" /><Relationship Type="http://schemas.openxmlformats.org/officeDocument/2006/relationships/image" Target="/ppt/media/image2.png" Id="Rdb6c11d5122f451d" /><Relationship Type="http://schemas.openxmlformats.org/officeDocument/2006/relationships/image" Target="/ppt/media/image3.png" Id="R5ee4eee3fdd14921" /><Relationship Type="http://schemas.openxmlformats.org/officeDocument/2006/relationships/image" Target="/ppt/media/image4.png" Id="R98cf2f471bbe4d69" /><Relationship Type="http://schemas.openxmlformats.org/officeDocument/2006/relationships/image" Target="/ppt/media/image5.png" Id="R478a837f4e1b4406" /><Relationship Type="http://schemas.openxmlformats.org/officeDocument/2006/relationships/image" Target="/ppt/media/image6.png" Id="R51e9553f742b4a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7c443b3d04286" /><Relationship Type="http://schemas.openxmlformats.org/officeDocument/2006/relationships/image" Target="/ppt/media/image.png" Id="R2d404ab41533453c" /><Relationship Type="http://schemas.openxmlformats.org/officeDocument/2006/relationships/image" Target="/ppt/media/image5.png" Id="Rb7e39bc4ee254d61" /><Relationship Type="http://schemas.openxmlformats.org/officeDocument/2006/relationships/image" Target="/ppt/media/image7.png" Id="Rd3293489cc0741c6" /><Relationship Type="http://schemas.openxmlformats.org/officeDocument/2006/relationships/image" Target="/ppt/media/image4.png" Id="R4bbd480e4b7d422c" /><Relationship Type="http://schemas.openxmlformats.org/officeDocument/2006/relationships/image" Target="/ppt/media/image3.png" Id="Re6a8fced5ed847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dbd97873d4537" /><Relationship Type="http://schemas.openxmlformats.org/officeDocument/2006/relationships/image" Target="/ppt/media/image.png" Id="R99891061a7654aa2" /><Relationship Type="http://schemas.openxmlformats.org/officeDocument/2006/relationships/image" Target="/ppt/media/image8.png" Id="R42dfa96f833443c0" /><Relationship Type="http://schemas.openxmlformats.org/officeDocument/2006/relationships/image" Target="/ppt/media/image6.png" Id="R6ee00c89a29e4196" /><Relationship Type="http://schemas.openxmlformats.org/officeDocument/2006/relationships/image" Target="/ppt/media/image2.png" Id="R32f8cdc6b5c343ef" /><Relationship Type="http://schemas.openxmlformats.org/officeDocument/2006/relationships/image" Target="/ppt/media/image3.png" Id="R99f0feb1768e4d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249a9323a4c2d" /><Relationship Type="http://schemas.openxmlformats.org/officeDocument/2006/relationships/image" Target="/ppt/media/image.png" Id="Rf209fa40613b4693" /><Relationship Type="http://schemas.openxmlformats.org/officeDocument/2006/relationships/image" Target="/ppt/media/image5.png" Id="Rafcddf16cdc14c65" /><Relationship Type="http://schemas.openxmlformats.org/officeDocument/2006/relationships/image" Target="/ppt/media/image6.png" Id="R255187ae64304070" /><Relationship Type="http://schemas.openxmlformats.org/officeDocument/2006/relationships/image" Target="/ppt/media/image2.png" Id="R9283ec200c284ba7" /><Relationship Type="http://schemas.openxmlformats.org/officeDocument/2006/relationships/image" Target="/ppt/media/image3.png" Id="R0a2a1ed2938442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fc56d829247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62a18f72a4a90" /><Relationship Type="http://schemas.openxmlformats.org/officeDocument/2006/relationships/image" Target="/ppt/media/image.png" Id="Ra86b969918364932" /><Relationship Type="http://schemas.openxmlformats.org/officeDocument/2006/relationships/image" Target="/ppt/media/image8.png" Id="Ra38a976761634a11" /><Relationship Type="http://schemas.openxmlformats.org/officeDocument/2006/relationships/image" Target="/ppt/media/image5.png" Id="R95106088c4b642eb" /><Relationship Type="http://schemas.openxmlformats.org/officeDocument/2006/relationships/image" Target="/ppt/media/image6.png" Id="R65b6dbdd0c8a4e63" /><Relationship Type="http://schemas.openxmlformats.org/officeDocument/2006/relationships/image" Target="/ppt/media/image2.png" Id="R640b87bacc0747d8" /><Relationship Type="http://schemas.openxmlformats.org/officeDocument/2006/relationships/image" Target="/ppt/media/image3.png" Id="R7aa1560a01e14c3e" /><Relationship Type="http://schemas.openxmlformats.org/officeDocument/2006/relationships/image" Target="/ppt/media/image4.png" Id="R746a2c45cafc4c6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602d4c1a745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07a68c5ef48de" /><Relationship Type="http://schemas.openxmlformats.org/officeDocument/2006/relationships/image" Target="/ppt/media/image.png" Id="R338e4a59e900495b" /><Relationship Type="http://schemas.openxmlformats.org/officeDocument/2006/relationships/image" Target="/ppt/media/image8.png" Id="Refef279d51ac48d2" /><Relationship Type="http://schemas.openxmlformats.org/officeDocument/2006/relationships/image" Target="/ppt/media/image6.png" Id="Rea38f19b2ba943ad" /><Relationship Type="http://schemas.openxmlformats.org/officeDocument/2006/relationships/image" Target="/ppt/media/image2.png" Id="R7a9aed67fe12413a" /><Relationship Type="http://schemas.openxmlformats.org/officeDocument/2006/relationships/image" Target="/ppt/media/image3.png" Id="R0192531332ab49f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670e600034e14" /><Relationship Type="http://schemas.openxmlformats.org/officeDocument/2006/relationships/image" Target="/ppt/media/image.png" Id="Ref64d4db125d433c" /><Relationship Type="http://schemas.openxmlformats.org/officeDocument/2006/relationships/image" Target="/ppt/media/image5.png" Id="Re0ad00a10a6e4123" /><Relationship Type="http://schemas.openxmlformats.org/officeDocument/2006/relationships/image" Target="/ppt/media/image7.png" Id="R134a87e031364d9b" /><Relationship Type="http://schemas.openxmlformats.org/officeDocument/2006/relationships/image" Target="/ppt/media/image4.png" Id="R464f4dd7cd0a49d7" /><Relationship Type="http://schemas.openxmlformats.org/officeDocument/2006/relationships/image" Target="/ppt/media/image3.png" Id="Rce3cc36d010c44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26c20a60446f1" /><Relationship Type="http://schemas.openxmlformats.org/officeDocument/2006/relationships/image" Target="/ppt/media/image.png" Id="Rd530980f9b624925" /><Relationship Type="http://schemas.openxmlformats.org/officeDocument/2006/relationships/image" Target="/ppt/media/image5.png" Id="Ra2b48dd6aab34672" /><Relationship Type="http://schemas.openxmlformats.org/officeDocument/2006/relationships/image" Target="/ppt/media/image6.png" Id="Raf7ba6bba1744d7d" /><Relationship Type="http://schemas.openxmlformats.org/officeDocument/2006/relationships/image" Target="/ppt/media/image2.png" Id="R32655d85150944f6" /><Relationship Type="http://schemas.openxmlformats.org/officeDocument/2006/relationships/image" Target="/ppt/media/image3.png" Id="Rbec98004aa7242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66cfb44f14978" /><Relationship Type="http://schemas.openxmlformats.org/officeDocument/2006/relationships/image" Target="/ppt/media/image.png" Id="R5ab084ee6b074a65" /><Relationship Type="http://schemas.openxmlformats.org/officeDocument/2006/relationships/image" Target="/ppt/media/image4.png" Id="Rbe00bfdd26794712" /><Relationship Type="http://schemas.openxmlformats.org/officeDocument/2006/relationships/image" Target="/ppt/media/image3.png" Id="R5d291b8a805c432e" /><Relationship Type="http://schemas.openxmlformats.org/officeDocument/2006/relationships/image" Target="/ppt/media/image8.png" Id="R832d0017a4374cd8" /><Relationship Type="http://schemas.openxmlformats.org/officeDocument/2006/relationships/image" Target="/ppt/media/image5.png" Id="Re8fbcc8bcd3d480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fef1dcb294ac2" /><Relationship Type="http://schemas.openxmlformats.org/officeDocument/2006/relationships/image" Target="/ppt/media/image.png" Id="R49b025275bc54483" /><Relationship Type="http://schemas.openxmlformats.org/officeDocument/2006/relationships/image" Target="/ppt/media/image7.png" Id="R728c244549684d37" /><Relationship Type="http://schemas.openxmlformats.org/officeDocument/2006/relationships/image" Target="/ppt/media/image5.png" Id="Rd2f28eab47714e6e" /><Relationship Type="http://schemas.openxmlformats.org/officeDocument/2006/relationships/image" Target="/ppt/media/image3.png" Id="R9f8db45ee33446f3" /><Relationship Type="http://schemas.openxmlformats.org/officeDocument/2006/relationships/image" Target="/ppt/media/image4.png" Id="R3ee6f0bcfa704fe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20671879e4ef9" /><Relationship Type="http://schemas.openxmlformats.org/officeDocument/2006/relationships/image" Target="/ppt/media/image.png" Id="R1f2d723b2dae48fe" /><Relationship Type="http://schemas.openxmlformats.org/officeDocument/2006/relationships/image" Target="/ppt/media/image4.png" Id="Rb203514cea0947fc" /><Relationship Type="http://schemas.openxmlformats.org/officeDocument/2006/relationships/image" Target="/ppt/media/image3.png" Id="Rbca0298fec444667" /><Relationship Type="http://schemas.openxmlformats.org/officeDocument/2006/relationships/image" Target="/ppt/media/image5.png" Id="R10ef380fb8754db4" /><Relationship Type="http://schemas.openxmlformats.org/officeDocument/2006/relationships/image" Target="/ppt/media/image6.png" Id="R18f98c25acde473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9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fc9a7fd77426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28F1E7E-241C-4A4A-A039-0DA10DB3E9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A76781E-321D-4E84-A53B-7946C2A66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pic>
        <p:nvPicPr>
          <p:cNvPr id="22" name="Google Shape;14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c11d5122f451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2641212" y="4619119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5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4eee3fdd1492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307888" y="4849412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" name="Google Shape;17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f2f471bbe4d6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25" y="1613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Google Shape;18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4eee3fdd1492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8300" y="2482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Google Shape;20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a837f4e1b440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99269" y="-740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" name="Google Shape;21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9553f742b4ad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19" y="38993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57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04ab4153345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7">
            <a:extLst xmlns:a="http://schemas.openxmlformats.org/drawingml/2006/main">
              <a:ext uri="{FF2B5EF4-FFF2-40B4-BE49-F238E27FC236}">
                <a16:creationId xmlns:a16="http://schemas.microsoft.com/office/drawing/2014/main" id="{EFC47785-8899-474F-B2BA-912A9D62A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7">
            <a:extLst xmlns:a="http://schemas.openxmlformats.org/drawingml/2006/main">
              <a:ext uri="{FF2B5EF4-FFF2-40B4-BE49-F238E27FC236}">
                <a16:creationId xmlns:a16="http://schemas.microsoft.com/office/drawing/2014/main" id="{81392D12-D66F-4DF3-9781-F244903B0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60" name="Google Shape;60;p7">
            <a:extLst xmlns:a="http://schemas.openxmlformats.org/drawingml/2006/main">
              <a:ext uri="{FF2B5EF4-FFF2-40B4-BE49-F238E27FC236}">
                <a16:creationId xmlns:a16="http://schemas.microsoft.com/office/drawing/2014/main" id="{58B3B346-D499-4846-ACDC-76BCE0396D6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Google Shape;61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39bc4ee254d6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1" name="Google Shape;6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293489cc0741c6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4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d480e4b7d422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" name="Google Shape;65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8fced5ed8477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Google Shape;67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91061a7654aa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8">
            <a:extLst xmlns:a="http://schemas.openxmlformats.org/drawingml/2006/main">
              <a:ext uri="{FF2B5EF4-FFF2-40B4-BE49-F238E27FC236}">
                <a16:creationId xmlns:a16="http://schemas.microsoft.com/office/drawing/2014/main" id="{C5D01D96-9E98-477C-A5D4-B2F2736E3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7950" y="1307100"/>
            <a:ext cx="4508100" cy="25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pic>
        <p:nvPicPr>
          <p:cNvPr id="76" name="Google Shape;6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dfa96f833443c0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0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00c89a29e419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2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8cdc6b5c343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" name="Google Shape;73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0feb1768e4d3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Google Shape;75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9fa40613b469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" name="Google Shape;76;p9">
            <a:extLst xmlns:a="http://schemas.openxmlformats.org/drawingml/2006/main">
              <a:ext uri="{FF2B5EF4-FFF2-40B4-BE49-F238E27FC236}">
                <a16:creationId xmlns:a16="http://schemas.microsoft.com/office/drawing/2014/main" id="{5D45787E-88B7-404C-AE8D-FAEFE01A5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9">
            <a:extLst xmlns:a="http://schemas.openxmlformats.org/drawingml/2006/main">
              <a:ext uri="{FF2B5EF4-FFF2-40B4-BE49-F238E27FC236}">
                <a16:creationId xmlns:a16="http://schemas.microsoft.com/office/drawing/2014/main" id="{5BDF68FD-414A-44A1-87BB-E0BAD0DCA7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pic>
        <p:nvPicPr>
          <p:cNvPr id="86" name="Google Shape;7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ddf16cdc14c6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210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7" name="Google Shape;80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187ae6430407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8" name="Google Shape;82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3ec200c284ba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2100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9" name="Google Shape;83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a1ed2938442d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0">
            <a:extLst xmlns:a="http://schemas.openxmlformats.org/drawingml/2006/main">
              <a:ext uri="{FF2B5EF4-FFF2-40B4-BE49-F238E27FC236}">
                <a16:creationId xmlns:a16="http://schemas.microsoft.com/office/drawing/2014/main" id="{49F3D90A-A4C7-498B-B9AB-556830F2FC7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Google Shape;86;p10">
            <a:extLst xmlns:a="http://schemas.openxmlformats.org/drawingml/2006/main">
              <a:ext uri="{FF2B5EF4-FFF2-40B4-BE49-F238E27FC236}">
                <a16:creationId xmlns:a16="http://schemas.microsoft.com/office/drawing/2014/main" id="{138F944B-7A79-4EEC-ACFB-1127181FD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014450"/>
            <a:ext cx="77040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8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b96991836493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11">
            <a:extLst xmlns:a="http://schemas.openxmlformats.org/drawingml/2006/main">
              <a:ext uri="{FF2B5EF4-FFF2-40B4-BE49-F238E27FC236}">
                <a16:creationId xmlns:a16="http://schemas.microsoft.com/office/drawing/2014/main" id="{FC132597-4BD5-4FB3-A38E-9C316C40764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76500" y="1872450"/>
            <a:ext cx="4191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0" name="Google Shape;90;p11">
            <a:extLst xmlns:a="http://schemas.openxmlformats.org/drawingml/2006/main">
              <a:ext uri="{FF2B5EF4-FFF2-40B4-BE49-F238E27FC236}">
                <a16:creationId xmlns:a16="http://schemas.microsoft.com/office/drawing/2014/main" id="{FC6068DF-7666-4B14-84D6-6347EA286D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76500" y="2839950"/>
            <a:ext cx="4191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pic>
        <p:nvPicPr>
          <p:cNvPr id="102" name="Google Shape;9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a976761634a1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70784" y="263618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3" name="Google Shape;93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06088c4b642e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7892450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94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6dbdd0c8a4e6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39067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7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b87bacc0747d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2638561" y="4624325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9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1560a01e14c3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7305237" y="48546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100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a2c45cafc4c6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5031" y="0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" name="Google Shape;10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1560a01e14c3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270156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matchingName="Title and text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25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e4a59e900495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4">
            <a:extLst xmlns:a="http://schemas.openxmlformats.org/drawingml/2006/main">
              <a:ext uri="{FF2B5EF4-FFF2-40B4-BE49-F238E27FC236}">
                <a16:creationId xmlns:a16="http://schemas.microsoft.com/office/drawing/2014/main" id="{D9037269-383F-4EC4-9567-6E942049B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14">
            <a:extLst xmlns:a="http://schemas.openxmlformats.org/drawingml/2006/main">
              <a:ext uri="{FF2B5EF4-FFF2-40B4-BE49-F238E27FC236}">
                <a16:creationId xmlns:a16="http://schemas.microsoft.com/office/drawing/2014/main" id="{B6391AC9-3E2F-453F-A0DA-98BE301885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 xmlns:a="http://schemas.openxmlformats.org/drawingml/2006/main"/>
        </p:txBody>
      </p:sp>
      <p:pic>
        <p:nvPicPr>
          <p:cNvPr id="136" name="Google Shape;12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ef279d51ac48d2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2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8f19b2ba943a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31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aed67fe12413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32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2531332ab49f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Title and text 2">
  <p:cSld name="ONE_COLUMN_TEXT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9" name="Google Shape;134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4d4db125d43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15">
            <a:extLst xmlns:a="http://schemas.openxmlformats.org/drawingml/2006/main">
              <a:ext uri="{FF2B5EF4-FFF2-40B4-BE49-F238E27FC236}">
                <a16:creationId xmlns:a16="http://schemas.microsoft.com/office/drawing/2014/main" id="{0CD5FC3D-BCC9-41AE-8513-0526A0D6C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36" name="Google Shape;136;p15">
            <a:extLst xmlns:a="http://schemas.openxmlformats.org/drawingml/2006/main">
              <a:ext uri="{FF2B5EF4-FFF2-40B4-BE49-F238E27FC236}">
                <a16:creationId xmlns:a16="http://schemas.microsoft.com/office/drawing/2014/main" id="{CBA56E55-1DAC-4849-AEA4-6E3EED919A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1F6C7875-E85B-440B-8051-DF2B92BC5C1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3" name="Google Shape;138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d00a10a6e412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3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4a87e031364d9b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5" name="Google Shape;141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f4dd7cd0a49d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" name="Google Shape;142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cc36d010c44d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3" name="Google Shape;143;p15">
            <a:extLst xmlns:a="http://schemas.openxmlformats.org/drawingml/2006/main">
              <a:ext uri="{FF2B5EF4-FFF2-40B4-BE49-F238E27FC236}">
                <a16:creationId xmlns:a16="http://schemas.microsoft.com/office/drawing/2014/main" id="{DF33C033-36E6-4591-B62D-B14B5CC16F5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2" name="Google Shape;187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0980f9b6249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8" name="Google Shape;188;p20">
            <a:extLst xmlns:a="http://schemas.openxmlformats.org/drawingml/2006/main">
              <a:ext uri="{FF2B5EF4-FFF2-40B4-BE49-F238E27FC236}">
                <a16:creationId xmlns:a16="http://schemas.microsoft.com/office/drawing/2014/main" id="{1ECA3992-5A79-403D-99A9-EB77B657F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89" name="Google Shape;189;p20">
            <a:extLst xmlns:a="http://schemas.openxmlformats.org/drawingml/2006/main">
              <a:ext uri="{FF2B5EF4-FFF2-40B4-BE49-F238E27FC236}">
                <a16:creationId xmlns:a16="http://schemas.microsoft.com/office/drawing/2014/main" id="{80C2C6D0-1608-4CCF-99D4-41A97B96F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0" name="Google Shape;190;p20">
            <a:extLst xmlns:a="http://schemas.openxmlformats.org/drawingml/2006/main">
              <a:ext uri="{FF2B5EF4-FFF2-40B4-BE49-F238E27FC236}">
                <a16:creationId xmlns:a16="http://schemas.microsoft.com/office/drawing/2014/main" id="{0D5CA3AF-4EC8-41B2-90CB-7DC1F3D44B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1" name="Google Shape;191;p20">
            <a:extLst xmlns:a="http://schemas.openxmlformats.org/drawingml/2006/main">
              <a:ext uri="{FF2B5EF4-FFF2-40B4-BE49-F238E27FC236}">
                <a16:creationId xmlns:a16="http://schemas.microsoft.com/office/drawing/2014/main" id="{2F76485C-7E72-42C5-A72D-E71EF041FD0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2" name="Google Shape;192;p20">
            <a:extLst xmlns:a="http://schemas.openxmlformats.org/drawingml/2006/main">
              <a:ext uri="{FF2B5EF4-FFF2-40B4-BE49-F238E27FC236}">
                <a16:creationId xmlns:a16="http://schemas.microsoft.com/office/drawing/2014/main" id="{884125E8-F49C-4BEC-960B-1B432690D93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3" name="Google Shape;193;p20">
            <a:extLst xmlns:a="http://schemas.openxmlformats.org/drawingml/2006/main">
              <a:ext uri="{FF2B5EF4-FFF2-40B4-BE49-F238E27FC236}">
                <a16:creationId xmlns:a16="http://schemas.microsoft.com/office/drawing/2014/main" id="{3EAB6ABE-F8CE-4172-AB18-31AA6B9C356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4" name="Google Shape;194;p20">
            <a:extLst xmlns:a="http://schemas.openxmlformats.org/drawingml/2006/main">
              <a:ext uri="{FF2B5EF4-FFF2-40B4-BE49-F238E27FC236}">
                <a16:creationId xmlns:a16="http://schemas.microsoft.com/office/drawing/2014/main" id="{C65DD897-1E58-4928-83BC-1EE1217FC309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5" name="Google Shape;195;p20">
            <a:extLst xmlns:a="http://schemas.openxmlformats.org/drawingml/2006/main">
              <a:ext uri="{FF2B5EF4-FFF2-40B4-BE49-F238E27FC236}">
                <a16:creationId xmlns:a16="http://schemas.microsoft.com/office/drawing/2014/main" id="{31FC6403-B407-4036-B972-AC5FB728A5E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6" name="Google Shape;196;p20">
            <a:extLst xmlns:a="http://schemas.openxmlformats.org/drawingml/2006/main">
              <a:ext uri="{FF2B5EF4-FFF2-40B4-BE49-F238E27FC236}">
                <a16:creationId xmlns:a16="http://schemas.microsoft.com/office/drawing/2014/main" id="{804B12F5-ACC1-4EFC-96F8-7515F8E9EDD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212" name="Google Shape;198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48dd6aab3467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-4719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3" name="Google Shape;19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ba6bba1744d7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4" name="Google Shape;20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55d85150944f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-4719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02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98004aa72427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43636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only 3">
  <p:cSld name="TITLE_ONLY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0" name="Google Shape;253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084ee6b074a6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25">
            <a:extLst xmlns:a="http://schemas.openxmlformats.org/drawingml/2006/main">
              <a:ext uri="{FF2B5EF4-FFF2-40B4-BE49-F238E27FC236}">
                <a16:creationId xmlns:a16="http://schemas.microsoft.com/office/drawing/2014/main" id="{9FD9FE2C-0D04-4C72-8CA9-DCAA08063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pic>
        <p:nvPicPr>
          <p:cNvPr id="262" name="Google Shape;256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0bfdd2679471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3" name="Google Shape;257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91b8a805c432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4" name="Google Shape;25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2d0017a4374cd8">
            <a:alphaModFix/>
          </a:blip>
          <a:srcRect xmlns:a="http://schemas.openxmlformats.org/drawingml/2006/main" l="0" t="0" r="56111" b="41941"/>
          <a:stretch xmlns:a="http://schemas.openxmlformats.org/drawingml/2006/main"/>
        </p:blipFill>
        <p:spPr>
          <a:xfrm xmlns:a="http://schemas.openxmlformats.org/drawingml/2006/main" rot="-5400000">
            <a:off x="8325038" y="4266787"/>
            <a:ext cx="775950" cy="784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5" name="Google Shape;259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bcc8bcd3d480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0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Google Shape;301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025275bc544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" name="Google Shape;302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025275bc544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Google Shape;30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8c244549684d37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-145124" y="3582752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" name="Google Shape;304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28eab47714e6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6088" y="-136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" name="Google Shape;306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db45ee33446f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840980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" name="Google Shape;308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6f0bcfa704fe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-13638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" name="Google Shape;309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db45ee33446f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329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Table of contents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Google Shape;10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d723b2dae48f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3">
            <a:extLst xmlns:a="http://schemas.openxmlformats.org/drawingml/2006/main">
              <a:ext uri="{FF2B5EF4-FFF2-40B4-BE49-F238E27FC236}">
                <a16:creationId xmlns:a16="http://schemas.microsoft.com/office/drawing/2014/main" id="{2ED94A0F-472A-4E28-9EEF-FCF3685D6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p13">
            <a:extLst xmlns:a="http://schemas.openxmlformats.org/drawingml/2006/main">
              <a:ext uri="{FF2B5EF4-FFF2-40B4-BE49-F238E27FC236}">
                <a16:creationId xmlns:a16="http://schemas.microsoft.com/office/drawing/2014/main" id="{762D3405-D9A1-41CF-8D06-98C3425A697A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35B6FBA8-E627-4C4C-85AB-188A3C5A33EF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60EDAE2D-8DA4-4DE7-9CDA-B09EEFCED9BF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0426A19B-A51F-42FC-8143-6CC43C6ABF01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0" name="Google Shape;110;p13">
            <a:extLst xmlns:a="http://schemas.openxmlformats.org/drawingml/2006/main">
              <a:ext uri="{FF2B5EF4-FFF2-40B4-BE49-F238E27FC236}">
                <a16:creationId xmlns:a16="http://schemas.microsoft.com/office/drawing/2014/main" id="{4DE9B954-9F18-4475-B966-E55300BC0580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1" name="Google Shape;111;p13">
            <a:extLst xmlns:a="http://schemas.openxmlformats.org/drawingml/2006/main">
              <a:ext uri="{FF2B5EF4-FFF2-40B4-BE49-F238E27FC236}">
                <a16:creationId xmlns:a16="http://schemas.microsoft.com/office/drawing/2014/main" id="{AAFD5EC8-4D3A-4032-8FEA-157A91E0245F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2" name="Google Shape;112;p13">
            <a:extLst xmlns:a="http://schemas.openxmlformats.org/drawingml/2006/main">
              <a:ext uri="{FF2B5EF4-FFF2-40B4-BE49-F238E27FC236}">
                <a16:creationId xmlns:a16="http://schemas.microsoft.com/office/drawing/2014/main" id="{EC3B5AE6-69C6-42D4-96D3-0AC2C2ECB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62D0D8B7-97FE-449A-A5BF-E5E9E4359153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0ACB55F5-C3E3-4B50-B750-254E7B24465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C954AB14-46CE-4462-9AA9-1E8C382520A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6" name="Google Shape;116;p13">
            <a:extLst xmlns:a="http://schemas.openxmlformats.org/drawingml/2006/main">
              <a:ext uri="{FF2B5EF4-FFF2-40B4-BE49-F238E27FC236}">
                <a16:creationId xmlns:a16="http://schemas.microsoft.com/office/drawing/2014/main" id="{0D9B4770-0511-4CD3-8CF2-7F32E33856AC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7" name="Google Shape;117;p13">
            <a:extLst xmlns:a="http://schemas.openxmlformats.org/drawingml/2006/main">
              <a:ext uri="{FF2B5EF4-FFF2-40B4-BE49-F238E27FC236}">
                <a16:creationId xmlns:a16="http://schemas.microsoft.com/office/drawing/2014/main" id="{FF588C83-60C8-4027-8083-41A735F3A891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137" name="Google Shape;119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3514cea0947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20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0298fec44466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22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f380fb8754db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171225" y="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2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98c25acde473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4170737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8e34949fbb417c" /><Relationship Type="http://schemas.openxmlformats.org/officeDocument/2006/relationships/slideLayout" Target="/ppt/slideLayouts/slideLayout1.xml" Id="R3d90489940b444fc" /><Relationship Type="http://schemas.openxmlformats.org/officeDocument/2006/relationships/slideLayout" Target="/ppt/slideLayouts/slideLayout2.xml" Id="Rc9355bf78d484a4c" /><Relationship Type="http://schemas.openxmlformats.org/officeDocument/2006/relationships/slideLayout" Target="/ppt/slideLayouts/slideLayout3.xml" Id="R29348f477d0d41b5" /><Relationship Type="http://schemas.openxmlformats.org/officeDocument/2006/relationships/slideLayout" Target="/ppt/slideLayouts/slideLayout4.xml" Id="R359d322fe8cb41e3" /><Relationship Type="http://schemas.openxmlformats.org/officeDocument/2006/relationships/slideLayout" Target="/ppt/slideLayouts/slideLayout5.xml" Id="Rd3570376693e4cbd" /><Relationship Type="http://schemas.openxmlformats.org/officeDocument/2006/relationships/slideLayout" Target="/ppt/slideLayouts/slideLayout6.xml" Id="R1178ab7d201e435d" /><Relationship Type="http://schemas.openxmlformats.org/officeDocument/2006/relationships/slideLayout" Target="/ppt/slideLayouts/slideLayout7.xml" Id="R4b8230f89d2a4482" /><Relationship Type="http://schemas.openxmlformats.org/officeDocument/2006/relationships/slideLayout" Target="/ppt/slideLayouts/slideLayout8.xml" Id="R24e6c351727540fb" /><Relationship Type="http://schemas.openxmlformats.org/officeDocument/2006/relationships/slideLayout" Target="/ppt/slideLayouts/slideLayout9.xml" Id="Rb3d7ced431384da5" /><Relationship Type="http://schemas.openxmlformats.org/officeDocument/2006/relationships/slideLayout" Target="/ppt/slideLayouts/slideLayout10.xml" Id="R24696d5aad284620" /><Relationship Type="http://schemas.openxmlformats.org/officeDocument/2006/relationships/slideLayout" Target="/ppt/slideLayouts/slideLayout11.xml" Id="Ra6e97451459f49ff" /><Relationship Type="http://schemas.openxmlformats.org/officeDocument/2006/relationships/slideLayout" Target="/ppt/slideLayouts/slideLayout12.xml" Id="Re297695de8a74ee5" /><Relationship Type="http://schemas.openxmlformats.org/officeDocument/2006/relationships/slideLayout" Target="/ppt/slideLayouts/slideLayout13.xml" Id="R4cd7d7747e544623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EC20CF3-9F52-4ADB-9CDE-A377E04A4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2F17634-F04E-4814-8639-9F09FA1B4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90489940b444fc"/>
    <p:sldLayoutId xmlns:r="http://schemas.openxmlformats.org/officeDocument/2006/relationships" id="2147483650" r:id="Rc9355bf78d484a4c"/>
    <p:sldLayoutId xmlns:r="http://schemas.openxmlformats.org/officeDocument/2006/relationships" id="2147483651" r:id="R29348f477d0d41b5"/>
    <p:sldLayoutId xmlns:r="http://schemas.openxmlformats.org/officeDocument/2006/relationships" id="2147483652" r:id="R359d322fe8cb41e3"/>
    <p:sldLayoutId xmlns:r="http://schemas.openxmlformats.org/officeDocument/2006/relationships" id="2147483653" r:id="Rd3570376693e4cbd"/>
    <p:sldLayoutId xmlns:r="http://schemas.openxmlformats.org/officeDocument/2006/relationships" id="2147483654" r:id="R1178ab7d201e435d"/>
    <p:sldLayoutId xmlns:r="http://schemas.openxmlformats.org/officeDocument/2006/relationships" id="2147483655" r:id="R4b8230f89d2a4482"/>
    <p:sldLayoutId xmlns:r="http://schemas.openxmlformats.org/officeDocument/2006/relationships" id="2147483656" r:id="R24e6c351727540fb"/>
    <p:sldLayoutId xmlns:r="http://schemas.openxmlformats.org/officeDocument/2006/relationships" id="2147483657" r:id="Rb3d7ced431384da5"/>
    <p:sldLayoutId xmlns:r="http://schemas.openxmlformats.org/officeDocument/2006/relationships" id="2147483658" r:id="R24696d5aad284620"/>
    <p:sldLayoutId xmlns:r="http://schemas.openxmlformats.org/officeDocument/2006/relationships" id="2147483659" r:id="Ra6e97451459f49ff"/>
    <p:sldLayoutId xmlns:r="http://schemas.openxmlformats.org/officeDocument/2006/relationships" id="2147483660" r:id="Re297695de8a74ee5"/>
    <p:sldLayoutId xmlns:r="http://schemas.openxmlformats.org/officeDocument/2006/relationships" id="2147483661" r:id="R4cd7d7747e544623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f9f6c6f1c48bb" /><Relationship Type="http://schemas.openxmlformats.org/officeDocument/2006/relationships/notesSlide" Target="/ppt/notesSlides/notesSlide1.xml" Id="R488c50a9a1ab47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2e976242040f0" /><Relationship Type="http://schemas.openxmlformats.org/officeDocument/2006/relationships/notesSlide" Target="/ppt/notesSlides/notesSlide2.xml" Id="Rc5726173de2342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66f32ffaba948fc" /><Relationship Type="http://schemas.openxmlformats.org/officeDocument/2006/relationships/notesSlide" Target="/ppt/notesSlides/notesSlide3.xml" Id="R9cf6a5ae47c747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a2f9456018f4419" /><Relationship Type="http://schemas.openxmlformats.org/officeDocument/2006/relationships/notesSlide" Target="/ppt/notesSlides/notesSlide4.xml" Id="R6a3f0b57d8f4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82b3514c8de4d95" /><Relationship Type="http://schemas.openxmlformats.org/officeDocument/2006/relationships/notesSlide" Target="/ppt/notesSlides/notesSlide5.xml" Id="R94c771b31c2148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804161ce4e1478a" /><Relationship Type="http://schemas.openxmlformats.org/officeDocument/2006/relationships/image" Target="/ppt/media/image9.png" Id="R60a4ed5cb5a9464a" /><Relationship Type="http://schemas.openxmlformats.org/officeDocument/2006/relationships/notesSlide" Target="/ppt/notesSlides/notesSlide6.xml" Id="Rdcff7f824a3343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abdaa6a91714297" /><Relationship Type="http://schemas.openxmlformats.org/officeDocument/2006/relationships/notesSlide" Target="/ppt/notesSlides/notesSlide7.xml" Id="R38588969bd4446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e4ae39f4bbb45b0" /><Relationship Type="http://schemas.openxmlformats.org/officeDocument/2006/relationships/notesSlide" Target="/ppt/notesSlides/notesSlide8.xml" Id="R474d25859fbb4f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7823134622d4c03" /><Relationship Type="http://schemas.openxmlformats.org/officeDocument/2006/relationships/notesSlide" Target="/ppt/notesSlides/notesSlide9.xml" Id="Rae1c1a1ef70040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d9340a0dd884f78" /><Relationship Type="http://schemas.openxmlformats.org/officeDocument/2006/relationships/notesSlide" Target="/ppt/notesSlides/notesSlide10.xml" Id="Rab1bb3ac1c3048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bbc2517f41364b56" /><Relationship Type="http://schemas.openxmlformats.org/officeDocument/2006/relationships/notesSlide" Target="/ppt/notesSlides/notesSlide11.xml" Id="R82ed22ea41f94c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11b33496f8c400e" /><Relationship Type="http://schemas.openxmlformats.org/officeDocument/2006/relationships/image" Target="/ppt/media/image8.png" Id="R39420810fadd4b95" /><Relationship Type="http://schemas.openxmlformats.org/officeDocument/2006/relationships/notesSlide" Target="/ppt/notesSlides/notesSlide12.xml" Id="Ra638c26bd16b4c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4432f667e7f4a0d" /><Relationship Type="http://schemas.openxmlformats.org/officeDocument/2006/relationships/image" Target="/ppt/media/image8.png" Id="R1024f539704e476f" /><Relationship Type="http://schemas.openxmlformats.org/officeDocument/2006/relationships/notesSlide" Target="/ppt/notesSlides/notesSlide13.xml" Id="Rd274a717cb5748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2dca03da26144ae" /><Relationship Type="http://schemas.openxmlformats.org/officeDocument/2006/relationships/notesSlide" Target="/ppt/notesSlides/notesSlide14.xml" Id="Re7903ee25ca74f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c9f479280c54cd3" /><Relationship Type="http://schemas.openxmlformats.org/officeDocument/2006/relationships/notesSlide" Target="/ppt/notesSlides/notesSlide15.xml" Id="R4a3680eb429f4e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a4f9a0bdb124389" /><Relationship Type="http://schemas.openxmlformats.org/officeDocument/2006/relationships/image" Target="/ppt/media/image10.png" Id="R9041a5b213e34d62" /><Relationship Type="http://schemas.openxmlformats.org/officeDocument/2006/relationships/notesSlide" Target="/ppt/notesSlides/notesSlide16.xml" Id="Rb3467755a6d24a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c0dfc649a4242" /><Relationship Type="http://schemas.openxmlformats.org/officeDocument/2006/relationships/notesSlide" Target="/ppt/notesSlides/notesSlide17.xml" Id="R2b5b7894116242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419804495fd4517" /><Relationship Type="http://schemas.openxmlformats.org/officeDocument/2006/relationships/notesSlide" Target="/ppt/notesSlides/notesSlide18.xml" Id="R378bb0a722c245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0d74fc6c72a4663" /><Relationship Type="http://schemas.openxmlformats.org/officeDocument/2006/relationships/notesSlide" Target="/ppt/notesSlides/notesSlide19.xml" Id="R74799f5610bf46f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1eadc13652245e7" /><Relationship Type="http://schemas.openxmlformats.org/officeDocument/2006/relationships/notesSlide" Target="/ppt/notesSlides/notesSlide20.xml" Id="R95426e5ac43140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7397106350b43f0" /><Relationship Type="http://schemas.openxmlformats.org/officeDocument/2006/relationships/notesSlide" Target="/ppt/notesSlides/notesSlide21.xml" Id="R73d7651a10ec431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d516e11ffeb4d9f" /><Relationship Type="http://schemas.openxmlformats.org/officeDocument/2006/relationships/notesSlide" Target="/ppt/notesSlides/notesSlide22.xml" Id="R09da1712f93540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e18dbb8ffd24161" /><Relationship Type="http://schemas.openxmlformats.org/officeDocument/2006/relationships/notesSlide" Target="/ppt/notesSlides/notesSlide23.xml" Id="Rff3e286d222e4ee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cc3280b19f74be4" /><Relationship Type="http://schemas.openxmlformats.org/officeDocument/2006/relationships/notesSlide" Target="/ppt/notesSlides/notesSlide24.xml" Id="R019e23020f5346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b7325664b214ec7" /><Relationship Type="http://schemas.openxmlformats.org/officeDocument/2006/relationships/image" Target="/ppt/media/image8.png" Id="Rf2d2a20bc41b4462" /><Relationship Type="http://schemas.openxmlformats.org/officeDocument/2006/relationships/notesSlide" Target="/ppt/notesSlides/notesSlide25.xml" Id="Rb7563a8187e04d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4b5f6aef5d445eb" /><Relationship Type="http://schemas.openxmlformats.org/officeDocument/2006/relationships/image" Target="/ppt/media/image8.png" Id="R8c9b04623f244631" /><Relationship Type="http://schemas.openxmlformats.org/officeDocument/2006/relationships/notesSlide" Target="/ppt/notesSlides/notesSlide26.xml" Id="R3d874476d61c482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69819c956ed492a" /><Relationship Type="http://schemas.openxmlformats.org/officeDocument/2006/relationships/image" Target="/ppt/media/image8.png" Id="R972f27aeff0f4756" /><Relationship Type="http://schemas.openxmlformats.org/officeDocument/2006/relationships/notesSlide" Target="/ppt/notesSlides/notesSlide27.xml" Id="Red56195780414a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6c95c50881a4a30" /><Relationship Type="http://schemas.openxmlformats.org/officeDocument/2006/relationships/notesSlide" Target="/ppt/notesSlides/notesSlide28.xml" Id="R07cae0334045454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6222503835d4115" /><Relationship Type="http://schemas.openxmlformats.org/officeDocument/2006/relationships/notesSlide" Target="/ppt/notesSlides/notesSlide29.xml" Id="Re8d081263ce44d2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7739a644a454604" /><Relationship Type="http://schemas.openxmlformats.org/officeDocument/2006/relationships/notesSlide" Target="/ppt/notesSlides/notesSlide30.xml" Id="R2cc3f7f6940348c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b6747f39bbe49b5" /><Relationship Type="http://schemas.openxmlformats.org/officeDocument/2006/relationships/image" Target="/ppt/media/image11.png" Id="Rabf4f4ff133d48d4" /><Relationship Type="http://schemas.openxmlformats.org/officeDocument/2006/relationships/notesSlide" Target="/ppt/notesSlides/notesSlide31.xml" Id="R329185f8beeb47b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37a3dba62e545e4" /><Relationship Type="http://schemas.openxmlformats.org/officeDocument/2006/relationships/image" Target="/ppt/media/image.svg" Id="R1603ac49a00a425f" /><Relationship Type="http://schemas.openxmlformats.org/officeDocument/2006/relationships/image" Target="/ppt/media/image.png" Id="R4a9a957a54cd4536" /><Relationship Type="http://schemas.openxmlformats.org/officeDocument/2006/relationships/notesSlide" Target="/ppt/notesSlides/notesSlide32.xml" Id="R3b765933582f47f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79e6249a097473a" /><Relationship Type="http://schemas.openxmlformats.org/officeDocument/2006/relationships/notesSlide" Target="/ppt/notesSlides/notesSlide33.xml" Id="Rba83cb168dc549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5cc8ddbc8824b4c" /><Relationship Type="http://schemas.openxmlformats.org/officeDocument/2006/relationships/notesSlide" Target="/ppt/notesSlides/notesSlide34.xml" Id="Ra697527be55041e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eebde32317447e9" /><Relationship Type="http://schemas.openxmlformats.org/officeDocument/2006/relationships/notesSlide" Target="/ppt/notesSlides/notesSlide35.xml" Id="R5f4fadcd5d2b45a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b94a92e3c114478" /><Relationship Type="http://schemas.openxmlformats.org/officeDocument/2006/relationships/notesSlide" Target="/ppt/notesSlides/notesSlide36.xml" Id="R263ac95c511b41c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7a97d3ef4ab48a5" /><Relationship Type="http://schemas.openxmlformats.org/officeDocument/2006/relationships/notesSlide" Target="/ppt/notesSlides/notesSlide37.xml" Id="R522b08c693ff4b2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7390141365442e7" /><Relationship Type="http://schemas.openxmlformats.org/officeDocument/2006/relationships/image" Target="/ppt/media/image12.png" Id="R20dc15e5d2f2421c" /><Relationship Type="http://schemas.openxmlformats.org/officeDocument/2006/relationships/notesSlide" Target="/ppt/notesSlides/notesSlide38.xml" Id="R48ed4b8171754a9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9c15921f5c84e0e" /><Relationship Type="http://schemas.openxmlformats.org/officeDocument/2006/relationships/notesSlide" Target="/ppt/notesSlides/notesSlide39.xml" Id="R82d250e128ee43b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a4ede7dfd724a0f" /><Relationship Type="http://schemas.openxmlformats.org/officeDocument/2006/relationships/hyperlink" Target="https://cabotage-lens.streamlit.app/" TargetMode="External" Id="R62e336079dda4de1" /><Relationship Type="http://schemas.openxmlformats.org/officeDocument/2006/relationships/notesSlide" Target="/ppt/notesSlides/notesSlide40.xml" Id="R7f90773be9bc4b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5A845DEA-FD9E-D7FE-EC4A-206EC3F499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CabotageLens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A3831C7E-C3BB-A08E-9357-B23405A850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82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/>
              <a:t>Comparação porta a porta de custo modelado e emissões TTW</a:t>
            </a:r>
          </a:p>
          <a:p xmlns:a="http://schemas.openxmlformats.org/drawingml/2006/main">
            <a:pPr marL="0" indent="0">
              <a:buNone/>
            </a:pPr>
            <a:r>
              <a:rPr sz="1200" b="1"/>
              <a:t>Estudo de caso: São Paulo, SP → Rio Branco, AC | Carga de 14 t</a:t>
            </a:r>
          </a:p>
        </p:txBody>
      </p:sp>
    </p:spTree>
    <p:extLst>
      <p:ext uri="{BB962C8B-B14F-4D97-AF65-F5344CB8AC3E}">
        <p14:creationId xmlns:p14="http://schemas.microsoft.com/office/powerpoint/2010/main" val="29671261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379B0F17-9831-4B2F-E16C-8A5ABAD70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−25,24%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FF4D0C3B-A4AC-5ACB-4B8C-71369E8743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TTW: 3.041,62 kg no multimodal vs. 4.068,28 kg no rodoviário direto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4EA4ADB3-921D-581F-92B6-1DAF9ACC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−43,84% no custo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AD30427D-E948-9EFE-F7BC-0603E3F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R$ 6.918,66 vs. R$ 12.318,68 — custo modelado de combustível</a:t>
            </a:r>
          </a:p>
        </p:txBody>
      </p:sp>
    </p:spTree>
    <p:extLst>
      <p:ext uri="{BB962C8B-B14F-4D97-AF65-F5344CB8AC3E}">
        <p14:creationId xmlns:p14="http://schemas.microsoft.com/office/powerpoint/2010/main" val="11318763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Cabotagem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 caminhão domina a matriz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65% da atividade de cargas.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É a referência imediata para viagens nacionais.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15% da atividade.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A participação permanece muito abaixo da rodovia.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11% da atividade.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É uma alternativa possível em ligações longas.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Participação modal não decide uma rota. A comparação precisa incluir toda a cadeia porta a porta.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Rodovia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Ferrovia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Implicação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Atividade de transporte em TKU no Brasil, 2015; dados citados no artigo.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95" y="539496"/>
            <a:ext cx="7704011" cy="5727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pergunta é porta a porta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Como comparar o transporte rodoviário direto e a alternativa com cabotagem?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Três critérios:</a:t>
            </a:r>
          </a:p>
          <a:p xmlns:a="http://schemas.openxmlformats.org/drawingml/2006/main">
            <a:r>
              <a:rPr b="1"/>
              <a:t>• distância total;</a:t>
            </a:r>
          </a:p>
          <a:p xmlns:a="http://schemas.openxmlformats.org/drawingml/2006/main">
            <a:r>
              <a:rPr b="1"/>
              <a:t>• custo modelado de combustível;</a:t>
            </a:r>
          </a:p>
          <a:p xmlns:a="http://schemas.openxmlformats.org/drawingml/2006/main">
            <a:r>
              <a:rPr b="1"/>
              <a:t>• emissões operacionais TTW.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Contribuição: uma cadeia rastreável de dados, hipóteses e resultados.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Objetivo e contribuição do trabalho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Construir uma ferramenta que compare a mesma remessa, origem e destino por rodovia direta e por uma cadeia com cabotagem.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Entregar distância, combustível, custo modelado e emissões TTW para as duas alternativas.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Reconstruir a perna marítima com viagens observadas da ANTAQ e intensidade do EU MRV.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Preservar fontes, hipóteses, filtros e fallbacks para que o resultado possa ser auditado.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Objetivo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Contribuição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Transformar uma escolha abstrata entre modais em uma comparação reproduzível.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5" name="Google Shape;515;p50">
            <a:extLst xmlns:a="http://schemas.openxmlformats.org/drawingml/2006/main">
              <a:ext uri="{FF2B5EF4-FFF2-40B4-BE49-F238E27FC236}">
                <a16:creationId xmlns:a16="http://schemas.microsoft.com/office/drawing/2014/main" id="{66D091F1-8AD9-FA68-25D0-F7570F24F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200" y="440283"/>
            <a:ext cx="4294800" cy="6472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Duas alternativas</a:t>
            </a:r>
          </a:p>
        </p:txBody>
      </p:sp>
      <p:pic>
        <p:nvPicPr>
          <p:cNvPr id="518" name="Imagem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4ed5cb5a946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87582"/>
            <a:ext cx="9060666" cy="40559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569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Caso São Paulo → Rio Branco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Origem: São Paulo, SP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Destino: Rio Branco, AC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Carga: 14 t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O usuário informa origem, destino e massa. O pipeline seleciona rotas, portos e dados para comparar as duas alternativas.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58982"/>
                <a:gridCol w="1745673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Valor do exemplo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Carga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14 toneladas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Trabalho de transporte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Quatro conceitos orientam a leitura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A mesma carga deve sair da mesma origem e chegar ao mesmo destino.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Consideram a queima do combustível durante o transporte; não incluem WTW ou ACV.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Carga × distância, em t·nm. É o peso usado para agregar a intensidade marítima.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Representa combustível e energia. Não é frete, tarifa, contrato ou viabilidade comercial.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Unidade funcional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modelado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Essas definições mantêm as duas alternativas comparáveis.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 que entra na comparação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OpenRouteService para geocodificação e roteamento pela malha rodoviária.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Carga de 14 t → carreta de cinco eixos, rendimento de 2,30 km/L.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Diesel: 2,68 kg CO₂e/L.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VLSFO: 3,114 kg CO₂e/kg.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Escopo operacional TTW; não é WTW nem ACV.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Preços de diesel e VLSFO alimentam apenas o custo de combustível. Não representam frete, tarifa, contrato ou viabilidade comercial.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Rota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Veículo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modelado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Mesmo caso, mesmos parâmetros e limites de interpretação.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Rotas e acessos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Fontes e proveniência dos dados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Escalas e viagens observadas formam os recortes Santos–Manaus e registram portos intermediários.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Distância, carga, CO₂ e identificação por IMO ou tipo sustentam a intensidade marítima operacional.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Geocodificação e OpenRouteService, com cache, calculam os trechos rodoviários porta a porta.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ANP, Ship &amp; Bunker e BCE alimentam preços; fatores TTW permanecem documentados e separados.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ANTAQ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EU MRV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Preços e fatores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Cada entrada tem origem, período, unidade e papel explícitos no cálculo.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Do dado bruto ao cenário calculado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1. Normaliza ANTAQ e EU MRV.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2. Reconstrói viagens e subtrechos.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3. Agrega distância e intensidade com proveniência.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4. Gera artefatos rastreáveis para a aplicação.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1. Geocodifica origem e destino.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2. Seleciona portos e carrega rotas em cache.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3. Aplica preços, fatores e hipóteses vigentes.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4. Calcula cada perna e persiste o cenário no Supabase.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Pré-processamento reprodutível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Cálculo em execução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Metodologia modular, auditável e reproduzível.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Do cenário informado ao resultado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Origem, destino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massa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Coordenadas 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rota rodoviária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Alternativa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rodoviária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Portos, acessos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cabotagem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Combustível,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custo e TTW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Totais, avisos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persistência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20810fadd4b9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As duas alternativas reutilizam a mesma origem, destino e massa.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Cálculo rodoviário em seis etapas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Geocodificar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origem e destino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Rotear pela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malha rodoviária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Veículo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5 eixos · 2,30 km/L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Combustível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D ÷ η = 1.518,014 L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Custo do diesel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R$ 12.318,68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Emissões TTW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1.518,014 × 2,68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4f539704e476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Uma viagem de 14 t: 3.491,431 km, consumo por eficiência e emissões operacionais TTW.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A massa define o veículo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Até 18 t: carreta, 5 eixos, 2,3 km/L.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18–30 t: carreta, 6 eixos, 2,0 km/L.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30–40 t: bitrem, 7 eixos, 2,0 km/L.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Acima de 40 t: rodotrem, 9 eixos, 2,0 km/L.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Carreta de cinco eixos, uma viagem carregada e eficiência de 2,3 km/L.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Preço do diesel: média entre SP e AC, R$ 8,115/L.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Fator TTW: 2,68 kg CO₂e/L.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Regra automática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Caso de 14 t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Regra de consumo; não é verificação legal de peso nem planejamento de frota.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Rodoviário: quatro contas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V = N × D ÷ η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1 × 3.491,431 ÷ 2,3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= 1.518,014 L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(6,960 + 9,270) ÷ 2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= R$ 8,115/L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 = V × P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1.518,014 × 8,115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= R$ 12.318,68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E = V × 2,68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= 4.068,28 kg CO₂e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Consumo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Preço médio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Cada equação preserva unidade, parâmetro e resultado intermediário.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Google Shape;363;p38">
            <a:extLst xmlns:a="http://schemas.openxmlformats.org/drawingml/2006/main">
              <a:ext uri="{FF2B5EF4-FFF2-40B4-BE49-F238E27FC236}">
                <a16:creationId xmlns:a16="http://schemas.microsoft.com/office/drawing/2014/main" id="{AD50AEB2-15F5-7F85-77B7-E29F81FF5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Rodoviário direto: 3.491,431 km</a:t>
            </a:r>
          </a:p>
        </p:txBody>
      </p:sp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58BFCA63-880F-7B07-EE2B-FFA392FDAA7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8967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Roteamento ORS: 3.491,431 km.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Consumo: 1.518,014 L de diesel.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 cálculo aplica rendimento de 2,30 km/L, preço médio de R$ 8,115/L e fator TTW de 2,68 kg CO₂e/L.</a:t>
            </a:r>
          </a:p>
        </p:txBody>
      </p:sp>
      <p:graphicFrame>
        <p:nvGraphicFramePr>
          <p:cNvPr id="447" name="Google Shape;336;p36"/>
          <p:cNvGraphicFramePr/>
          <p:nvPr/>
        </p:nvGraphicFramePr>
        <p:xfrm>
          <a:off xmlns:a="http://schemas.openxmlformats.org/drawingml/2006/main" x="713225" y="4012718"/>
          <a:ext xmlns:a="http://schemas.openxmlformats.org/drawingml/2006/main" cx="2313709" cy="72305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45128"/>
                <a:gridCol w="1468581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" name="Google Shape;5129;p69">
            <a:extLst xmlns:a="http://schemas.openxmlformats.org/drawingml/2006/main">
              <a:ext uri="{FF2B5EF4-FFF2-40B4-BE49-F238E27FC236}">
                <a16:creationId xmlns:a16="http://schemas.microsoft.com/office/drawing/2014/main" id="{2F0EDB96-4576-B6C0-F0A6-E8E0522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6586" y="4000835"/>
            <a:ext cx="160411" cy="99295"/>
          </a:xfrm>
          <a:custGeom xmlns:a="http://schemas.openxmlformats.org/drawingml/2006/main">
            <a:rect l="l" t="t" r="r" b="b"/>
            <a:pathLst>
              <a:path w="9113" h="5641">
                <a:moveTo>
                  <a:pt x="4066" y="0"/>
                </a:moveTo>
                <a:cubicBezTo>
                  <a:pt x="2283" y="3"/>
                  <a:pt x="675" y="1081"/>
                  <a:pt x="0" y="2731"/>
                </a:cubicBezTo>
                <a:cubicBezTo>
                  <a:pt x="1527" y="2939"/>
                  <a:pt x="2912" y="3734"/>
                  <a:pt x="3861" y="4948"/>
                </a:cubicBezTo>
                <a:cubicBezTo>
                  <a:pt x="4331" y="4823"/>
                  <a:pt x="4810" y="4761"/>
                  <a:pt x="5287" y="4761"/>
                </a:cubicBezTo>
                <a:cubicBezTo>
                  <a:pt x="6338" y="4761"/>
                  <a:pt x="7378" y="5060"/>
                  <a:pt x="8281" y="5640"/>
                </a:cubicBezTo>
                <a:cubicBezTo>
                  <a:pt x="9112" y="2825"/>
                  <a:pt x="7002" y="0"/>
                  <a:pt x="4069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5130;p69">
            <a:extLst xmlns:a="http://schemas.openxmlformats.org/drawingml/2006/main">
              <a:ext uri="{FF2B5EF4-FFF2-40B4-BE49-F238E27FC236}">
                <a16:creationId xmlns:a16="http://schemas.microsoft.com/office/drawing/2014/main" id="{31E0EE52-FFE0-A870-A7F7-88A92691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264" y="4065225"/>
            <a:ext cx="339253" cy="204259"/>
          </a:xfrm>
          <a:custGeom xmlns:a="http://schemas.openxmlformats.org/drawingml/2006/main">
            <a:rect l="l" t="t" r="r" b="b"/>
            <a:pathLst>
              <a:path w="19273" h="11604">
                <a:moveTo>
                  <a:pt x="8620" y="1"/>
                </a:moveTo>
                <a:cubicBezTo>
                  <a:pt x="8610" y="1"/>
                  <a:pt x="8599" y="1"/>
                  <a:pt x="8588" y="1"/>
                </a:cubicBezTo>
                <a:cubicBezTo>
                  <a:pt x="7468" y="4"/>
                  <a:pt x="6384" y="407"/>
                  <a:pt x="5535" y="1139"/>
                </a:cubicBezTo>
                <a:cubicBezTo>
                  <a:pt x="4818" y="1756"/>
                  <a:pt x="4288" y="2563"/>
                  <a:pt x="4005" y="3470"/>
                </a:cubicBezTo>
                <a:lnTo>
                  <a:pt x="3891" y="3470"/>
                </a:lnTo>
                <a:cubicBezTo>
                  <a:pt x="1747" y="3470"/>
                  <a:pt x="0" y="5295"/>
                  <a:pt x="0" y="7538"/>
                </a:cubicBezTo>
                <a:cubicBezTo>
                  <a:pt x="0" y="9781"/>
                  <a:pt x="1744" y="11603"/>
                  <a:pt x="3891" y="11603"/>
                </a:cubicBezTo>
                <a:lnTo>
                  <a:pt x="14798" y="11603"/>
                </a:lnTo>
                <a:cubicBezTo>
                  <a:pt x="17264" y="11603"/>
                  <a:pt x="19272" y="9504"/>
                  <a:pt x="19272" y="6924"/>
                </a:cubicBezTo>
                <a:cubicBezTo>
                  <a:pt x="19272" y="6044"/>
                  <a:pt x="19034" y="5180"/>
                  <a:pt x="18583" y="4427"/>
                </a:cubicBezTo>
                <a:cubicBezTo>
                  <a:pt x="18152" y="3705"/>
                  <a:pt x="17529" y="3118"/>
                  <a:pt x="16782" y="2726"/>
                </a:cubicBezTo>
                <a:cubicBezTo>
                  <a:pt x="16161" y="2403"/>
                  <a:pt x="15480" y="2241"/>
                  <a:pt x="14799" y="2241"/>
                </a:cubicBezTo>
                <a:cubicBezTo>
                  <a:pt x="14135" y="2241"/>
                  <a:pt x="13471" y="2394"/>
                  <a:pt x="12861" y="2702"/>
                </a:cubicBezTo>
                <a:cubicBezTo>
                  <a:pt x="12232" y="1443"/>
                  <a:pt x="11118" y="513"/>
                  <a:pt x="9784" y="157"/>
                </a:cubicBezTo>
                <a:cubicBezTo>
                  <a:pt x="9403" y="55"/>
                  <a:pt x="9013" y="1"/>
                  <a:pt x="8620" y="1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50" name="Conector de Seta Reta 9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026934" y="4369790"/>
            <a:ext cx="788580" cy="445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966737F7-D1AA-C899-54FA-3C17FE9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514" y="4190997"/>
            <a:ext cx="1615898" cy="357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OpenRouteService</a:t>
            </a:r>
          </a:p>
        </p:txBody>
      </p:sp>
      <p:cxnSp>
        <p:nvCxnSpPr>
          <p:cNvPr id="452" name="Conector de Seta Reta 16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431412" y="4367827"/>
            <a:ext cx="766718" cy="19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graphicFrame>
        <p:nvGraphicFramePr>
          <p:cNvPr id="453" name="Google Shape;336;p36"/>
          <p:cNvGraphicFramePr/>
          <p:nvPr/>
        </p:nvGraphicFramePr>
        <p:xfrm>
          <a:off xmlns:a="http://schemas.openxmlformats.org/drawingml/2006/main" x="6198130" y="4011913"/>
          <a:ext xmlns:a="http://schemas.openxmlformats.org/drawingml/2006/main" cx="1288470" cy="711828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1288470"/>
              </a:tblGrid>
              <a:tr h="355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Distância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35591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3.491,431 km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pic>
        <p:nvPicPr>
          <p:cNvPr id="454" name="Imagem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1a5b213e34d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8180" y="243173"/>
            <a:ext cx="3099058" cy="2157084"/>
          </a:xfrm>
          <a:prstGeom xmlns:a="http://schemas.openxmlformats.org/drawingml/2006/main" prst="rect">
            <a:avLst/>
          </a:prstGeom>
        </p:spPr>
      </p:pic>
      <p:sp>
        <p:nvSpPr>
          <p:cNvPr id="2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3130057A-CA14-ADB8-8A7D-AE816D6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180" y="0"/>
            <a:ext cx="3099058" cy="23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SzPts val="1100"/>
              <a:buFont typeface="Arial"/>
              <a:buNone/>
            </a:pPr>
            <a:r>
              <a:rPr sz="900" i="1">
                <a:latin typeface="Poppins"/>
                <a:ea typeface="Poppins"/>
                <a:cs typeface="Poppins"/>
              </a:rPr>
              <a:t>Fonte para comparação: Google Maps</a:t>
            </a:r>
          </a:p>
        </p:txBody>
      </p:sp>
    </p:spTree>
    <p:extLst>
      <p:ext uri="{BB962C8B-B14F-4D97-AF65-F5344CB8AC3E}">
        <p14:creationId xmlns:p14="http://schemas.microsoft.com/office/powerpoint/2010/main" val="354464532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5A53E0E0-F105-6832-637F-06FA86FED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4.068,28 kg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10BD961C-884E-C2D8-AD80-F269D5B246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Emissões operacionais TTW na alternativa rodoviária direta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C8023766-BB7C-9245-8823-FF05C11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R$ 12.318,68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979A3F84-A0F4-8630-684C-D8CACCB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Custo modelado do combustível na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28580469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Operações portuárias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Quatro etapas da cadeia multimodal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São Paulo → Santos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86,170 km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37,465 L de diesel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Santos → Manaus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6.094,975 km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415,122 kg de VLSFO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Movimentação em Santos e Manaus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4,820 L de diesel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Manaus → Rio Branco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1.403,691 km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610,300 L de diesel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First mile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Navegação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Last mile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Nenhuma etapa é omitida para favorecer a cabotagem.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Seleção de portos: critério e cálculo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distância geodésica ordena portos próximos sem consumir chamadas de roteamento. No caso, Santos e Manaus formam a alternativa analisada.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Os acessos terrestres usam rotas rodoviárias; o trecho marítimo usa corredores observados. A métrica de seleção não substitui a distância de cada perna.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Escolha preliminar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Cálculo final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Haversine apoia a seleção; ORS e evidência marítima sustentam o resultado porta a porta.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ABD2B0DD-BDB1-6975-ACAA-9BB9D1E49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Portos e acessos terrestres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4902A740-86AA-99D6-F3C9-97CF36F313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207764" cy="27541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Pré-carriage — São Paulo → Porto de Santos: 86,170 km; 37,465 L; R$ 260,76; 100,41 kg CO₂e TTW. A origem está a 86 km do porto de embarque.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F4C3094B-2E25-BA11-F159-05030D0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Portos selecionados por proximidade e serviço de cabotagem.</a:t>
            </a:r>
          </a:p>
        </p:txBody>
      </p:sp>
      <p:sp>
        <p:nvSpPr>
          <p:cNvPr id="17" name="Chave Esquerda 16">
            <a:extLst xmlns:a="http://schemas.openxmlformats.org/drawingml/2006/main">
              <a:ext uri="{FF2B5EF4-FFF2-40B4-BE49-F238E27FC236}">
                <a16:creationId xmlns:a16="http://schemas.microsoft.com/office/drawing/2014/main" id="{6CBBE765-9790-E86D-55C8-BB79A77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009" y="1555020"/>
            <a:ext cx="318654" cy="3210944"/>
          </a:xfrm>
          <a:prstGeom xmlns:a="http://schemas.openxmlformats.org/drawingml/2006/main" prst="leftBrace">
            <a:avLst/>
          </a:prstGeom>
          <a:ln xmlns:a="http://schemas.openxmlformats.org/drawingml/2006/main" w="285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E3FD0E88-6DCC-BB3A-57FB-EF8D119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72" y="1555020"/>
            <a:ext cx="3616473" cy="292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100"/>
              <a:t>On-carriage — Porto de Manaus → Rio Branco: 1.403,691 km; 610,300 L; R$ 5.041,08; 1.635,60 kg CO₂e TTW. O último trecho rodoviário permanece material no balanço.</a:t>
            </a:r>
          </a:p>
        </p:txBody>
      </p:sp>
    </p:spTree>
    <p:extLst>
      <p:ext uri="{BB962C8B-B14F-4D97-AF65-F5344CB8AC3E}">
        <p14:creationId xmlns:p14="http://schemas.microsoft.com/office/powerpoint/2010/main" val="22241895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Caminhão interno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Consumo portuário por atividade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14 t → 1 TEU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A mesma unidade é movimentada no embarque e no desembarque.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4 movimentos por TEU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0,355148 L por movimento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2 movimentos por TEU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0,494671 L por movimento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2 × [(4 × 0,355148) + (2 × 0,494671)]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= 4,820 L de diesel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Remessa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RTG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Dois terminais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Uma remessa de 14 t equivale a 1 TEU e passa por dois terminais.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Portos sem dupla contagem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Movimentação do contêiner por RTGs e caminhões internos. Total: 4,820 L de diesel; R$ 34,25; 12,92 kg CO₂e TTW. Os proxies de terminal permanecem explícitos.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consumo do navio atracado está incorporado à intensidade operacional do EU MRV. Por isso, o hoteling não é somado novamente como parcela separada: a decisão evita dupla contagem.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Operações no terminal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Hoteling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Operação no terminal é explícita; hoteling já está na intensidade marítima.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ANTAQ e EU MRV se complementam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Carga informa embarques e desembarques. Atracação informa porto, data e navio.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O IDAtracacao liga as tabelas; a ordem das escalas reconstrói a viagem e a carga a bordo em cada subtrecho.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número IMO procura o mesmo navio na base europeia.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O indicador anual de combustível por trabalho de transporte fornece a intensidade em g/(t·nm), individual ou por grupo documentado.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ANTAQ — atividade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EU MRV — desempenho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Nenhuma base entrega sozinha a viagem observada e sua intensidade.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0F2E0901-C393-FA1A-D83B-D96664EE1B2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9999" y="1112200"/>
            <a:ext cx="7052401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SzPts val="1100"/>
              <a:buNone/>
            </a:pPr>
            <a:r>
              <a:t>• 89 recortes de viagem e 22 corredores observados entre Santos e Manaus.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• O P95 remove 2 recortes apenas do cálculo da distância: 87 recortes e 20 corredores.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• A intensidade de 9,009824 g/(t·nm) usa os 89 recortes.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>• Há 1 subperna com Haversine fallback entre 391.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>O modelo representa todos os corredores observados; não uma única rota ou um único navio.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68207928-1D51-8633-A3D6-8A9A817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Evidência marítima observada</a:t>
            </a:r>
          </a:p>
        </p:txBody>
      </p:sp>
    </p:spTree>
    <p:extLst>
      <p:ext uri="{BB962C8B-B14F-4D97-AF65-F5344CB8AC3E}">
        <p14:creationId xmlns:p14="http://schemas.microsoft.com/office/powerpoint/2010/main" val="409364118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Viagem reconstruída por subtrecho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Santos → Suape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1.259,179 nm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Suape → Pecém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507,806 nm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Pecém → Manaus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1.185,594 nm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Carga varia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12.859 → 16.718 → 12.326 t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Trabalho total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39,295 milhões t·nm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IMO 9612791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7,43 g/(t·nm)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2a20bc41b446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A carga muda em cada escala; por isso o cálculo é feito por subtrecho.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Hierarquia do fallback marítimo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Mesmo IMO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valor positivo recente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Classe do navio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quando disponível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Tipo do navio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fallback mais amplo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P95 do grupo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sinaliza anomalia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Média P1–P99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reduz extremos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Proveniência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fonte e amostra registradas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b04623f24463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O fallback mantém a viagem observada e registra a origem do valor aplicado.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Reconstrução do trecho marítimo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Escalas ANTAQ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em sequência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Janelas Santos–Manaus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 direta + 88 com escalas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391 subtrechos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 fallback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P95 da distância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87 recortes · 20 corredores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EU MRV por IMO/tipo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9,009824 g/(t·nm)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Trecho modelado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6.094,975 km · 415,122 kg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f27aeff0f475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89 recortes em 22 corredores; o P95 filtra somente a distância, não a intensidade.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Regras de distância e intensidade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87 recortes em 20 corredores, após o P95 de 6.975,000 km.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Cada distância completa é ponderada pela carga média a bordo.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Resultado: 6.094,975 km.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Todos os 89 recortes em 22 corredores permanecem.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Cada intensidade é ponderada pelo trabalho de transporte.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Resultado: 9,009824 g/(t·nm).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 representativa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Intensidade representativa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Dois recortes acima do P95 saem apenas da distância.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VLSFO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Indicadores aplicados à remessa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3.291,023 nm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Distância representativa Santos–Manaus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14 × 3.291,023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= 46.074,322 t·nm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9,009824 × 46.074,322 ÷ 1.000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= 415,122 kg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R$ 1.582,57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1.292,69 kg CO₂e TTW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Trabalho simulado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Resultado marítimo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 consumo histórico das viagens não é somado diretamente ao novo cenário.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C8A75B6E-2731-5702-4908-D2F72B3D85A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1112200"/>
            <a:ext cx="6927710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SzPts val="1100"/>
              <a:buNone/>
            </a:pPr>
            <a:r>
              <a:t>Distância Santos → Manaus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6.094,975 km (3.291,023 nm)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Consumo de VLSFO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415,122 kg para 14 t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Resultado marítimo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R$ 1.582,57 de custo modelado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1.292,69 kg CO₂e TTW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O efeito vem da intensidade por trabalho de transporte, não da distância isolada.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481E430A-729C-2293-E527-2F6B516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A perna marítima no balanço</a:t>
            </a:r>
          </a:p>
        </p:txBody>
      </p:sp>
    </p:spTree>
    <p:extLst>
      <p:ext uri="{BB962C8B-B14F-4D97-AF65-F5344CB8AC3E}">
        <p14:creationId xmlns:p14="http://schemas.microsoft.com/office/powerpoint/2010/main" val="314893759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m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4f4ff133d48d4"/>
          <a:stretch xmlns:a="http://schemas.openxmlformats.org/drawingml/2006/main"/>
        </p:blipFill>
        <p:spPr>
          <a:xfrm xmlns:a="http://schemas.openxmlformats.org/drawingml/2006/main">
            <a:off x="1321904" y="800100"/>
            <a:ext cx="6500191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681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ráfico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a957a54cd4536">
            <a:extLst>
              <a:ext uri="{96DAC541-7B7A-43D3-8B79-37D633B846F1}">
                <asvg:svgBlip xmlns:asvg="http://schemas.microsoft.com/office/drawing/2016/SVG/main" r:embed="R1603ac49a00a425f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838200"/>
            <a:ext cx="8001000" cy="3562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7582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Comparação final do caso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7.584,836 km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+4.093,405 km | +117,24%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R$ 6.918,66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−R$ 5.400,02 | −43,84%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3.041,62 kg CO₂e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−1.026,66 kg | −25,24%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rota é mais longa, mas reduz custo energético e emissões TTW sob as hipóteses deste caso.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 total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modelado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Leitura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Alternativa multimodal em relação ao rodoviário direto.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A etapa dominante de cada indicador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A navegação representa 80,4% dos 7.584,836 km.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O last mile concentra 72,9% do total de R$ 6.918,66.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Last mile: 53,8%.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Navegação: 42,5%.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As duas etapas explicam quase todo o total.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vantagem marítima não elimina o peso dos acessos. Neste caso, o trecho Manaus–Rio Branco é decisivo.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modelado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Leitura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Participações aproximadas no total multimodal deste caso.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Validação externa do caso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ORS: 3.491,431 km.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Google Maps: 3.497 km.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Diferença: 5,569 km ou 0,16%.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comparação verifica a ordem de grandeza da rota terrestre.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CabotageLens: 7.584,836 km e 3,042 t CO₂e.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Log-In: 7.595,9 km e 2,9 t CO₂e.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Diferenças: 0,15% na distância e 4,7% nas emissões.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Google Maps — rodoviário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Log-In — multimodal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As referências apoiam a plausibilidade; não calibram o modelo nem tornam os escopos idênticos.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Custo de combustível não é frete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R$ 12.318,68 no rodoviário direto.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É custo modelado de diesel. Não inclui motorista, pedágio, depreciação, tributos, margem ou condições comerciais.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R$ 21.308,12 para 3.491 km e cinco eixos.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É piso mínimo regulatório com escopo remuneratório mais amplo que o combustível isolado.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CabotageLens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Referência ANTT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 custo de diesel equivale a 57,8% do piso ANTT; os valores respondem a perguntas diferentes.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Persistência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 que torna o resultado auditável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Fonte, período, unidade e método acompanham preços, fatores e intensidades.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Contagens observadas, filtros e fallbacks impedem que ausência de dado pareça valor zero.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Caches e resultados de cenário são armazenados no Supabase para reuso controlado.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Fórmulas, unidades e parcelas por perna permitem refazer o cálculo e localizar diferenças.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Proveniência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Completude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Reprodutibilidade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Além do número final, o sistema preserva contexto suficiente para explicar e reproduzir o cenário.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Escala para múltiplos destinos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Com origem fixa em São Paulo e carga de 14 t, o pipeline repete a comparação porta a porta para uma lista de cidades.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O mapa mostra onde a alternativa multimodal reduz mais o consumo e onde o rodoviário permanece vantajoso.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A visão amplia o caso sem transformar um único corredor em regra geral.</a:t>
            </a:r>
          </a:p>
        </p:txBody>
      </p:sp>
      <p:pic>
        <p:nvPicPr>
          <p:cNvPr id="15" name="Imagem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c15e5d2f2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3608" y="987538"/>
            <a:ext cx="3980392" cy="3817452"/>
          </a:xfrm>
          <a:prstGeom xmlns:a="http://schemas.openxmlformats.org/drawingml/2006/main" prst="rect">
            <a:avLst/>
          </a:prstGeom>
        </p:spPr>
      </p:pic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Verde:</a:t>
            </a:r>
            <a:r>
              <a:rPr sz="800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maior vantagem da alternativa multimodal </a:t>
            </a:r>
          </a:p>
          <a:p xmlns:a="http://schemas.openxmlformats.org/drawingml/2006/main">
            <a:pPr algn="r">
              <a:buNone/>
            </a:pPr>
            <a:r>
              <a:rPr sz="800" b="1">
                <a:solidFill>
                  <a:srgbClr val="FFC000"/>
                </a:solidFill>
                <a:latin typeface="Poppins"/>
                <a:ea typeface="Poppins"/>
                <a:cs typeface="Poppins"/>
              </a:rPr>
              <a:t>Amarelo:</a:t>
            </a:r>
            <a:r>
              <a:rPr sz="800">
                <a:solidFill>
                  <a:srgbClr val="FFC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resultados semelhantes </a:t>
            </a:r>
          </a:p>
          <a:p xmlns:a="http://schemas.openxmlformats.org/drawingml/2006/main">
            <a:pPr algn="r">
              <a:buNone/>
            </a:pPr>
            <a:r>
              <a:rPr sz="800" b="1">
                <a:solidFill>
                  <a:srgbClr val="FF0000"/>
                </a:solidFill>
                <a:latin typeface="Poppins"/>
                <a:ea typeface="Poppins"/>
                <a:cs typeface="Poppins"/>
              </a:rPr>
              <a:t>Vermelho:</a:t>
            </a:r>
            <a:r>
              <a:rPr sz="800">
                <a:solidFill>
                  <a:srgbClr val="FF0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maior vantagem da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95" y="539496"/>
            <a:ext cx="7704011" cy="5727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Limites e validade do resultado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• Caso específico; não prova superioridade universal.</a:t>
            </a:r>
          </a:p>
          <a:p xmlns:a="http://schemas.openxmlformats.org/drawingml/2006/main">
            <a:r>
              <a:rPr b="1"/>
              <a:t>• TTW CO₂e; não é WTW, ACV ou CO₂ isolado.</a:t>
            </a:r>
          </a:p>
          <a:p xmlns:a="http://schemas.openxmlformats.org/drawingml/2006/main">
            <a:r>
              <a:rPr b="1"/>
              <a:t>• Custo de energia; não é frete comercial.</a:t>
            </a:r>
          </a:p>
          <a:p xmlns:a="http://schemas.openxmlformats.org/drawingml/2006/main">
            <a:r>
              <a:rPr b="1"/>
              <a:t>• Preços, rotas e dados podem alterar o cenário.</a:t>
            </a:r>
          </a:p>
          <a:p xmlns:a="http://schemas.openxmlformats.org/drawingml/2006/main">
            <a:r>
              <a:rPr b="1"/>
              <a:t>• Fallbacks e operações permanecem explícitos.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2CCD90A2-46E8-74C1-ED26-41A2D20EC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</p:spPr>
        <p:txBody>
          <a:bodyPr xmlns:a="http://schemas.openxmlformats.org/drawingml/2006/main" spcFirstLastPara="1" wrap="square" lIns="91425" tIns="91425" rIns="91425" bIns="91425" anchor="ctr">
            <a:normAutofit fontScale="97416"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Distância não basta</a:t>
            </a:r>
          </a:p>
        </p:txBody>
      </p:sp>
      <p:sp>
        <p:nvSpPr>
          <p:cNvPr id="336" name="Subtitle 2">
            <a:extLst xmlns:a="http://schemas.openxmlformats.org/drawingml/2006/main">
              <a:ext uri="{FF2B5EF4-FFF2-40B4-BE49-F238E27FC236}">
                <a16:creationId xmlns:a16="http://schemas.microsoft.com/office/drawing/2014/main" id="{95E2530D-0A5D-8C7C-FF84-CA82828DE1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 → Rio Branco: +117,24% distância; −43,84% custo modelado; −25,24% CO₂e TTW</a:t>
            </a:r>
          </a:p>
          <a:p xmlns:a="http://schemas.openxmlformats.org/drawingml/2006/main">
            <a:r>
              <a:rPr>
                <a:hlinkClick xmlns:r="http://schemas.openxmlformats.org/officeDocument/2006/relationships" r:id="R62e336079dda4de1"/>
              </a:rPr>
              <a:t>cabotage-lens.streamlit.app</a:t>
            </a:r>
          </a:p>
        </p:txBody>
      </p:sp>
    </p:spTree>
    <p:extLst>
      <p:ext uri="{BB962C8B-B14F-4D97-AF65-F5344CB8AC3E}">
        <p14:creationId xmlns:p14="http://schemas.microsoft.com/office/powerpoint/2010/main" val="2952461991"/>
      </p:ext>
    </p:extLst>
  </p:cSld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2026-07-22T01:00:02.1060000Z</dcterms:created>
  <dcterms:modified xsi:type="dcterms:W3CDTF">2026-07-22T01:00:02.1060000Z</dcterms:modified>
</coreProperties>
</file>