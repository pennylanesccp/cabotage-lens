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56d9e0a6444f4f" /><Relationship Type="http://schemas.openxmlformats.org/officeDocument/2006/relationships/extended-properties" Target="/docProps/app.xml" Id="R465209c7fd9a4196" /><Relationship Type="http://schemas.openxmlformats.org/officeDocument/2006/relationships/officeDocument" Target="/ppt/presentation.xml" Id="R57ffc3cdbc6d4b9e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b51efcfc115d4163"/>
  </p:sldMasterIdLst>
  <p:notesMasterIdLst>
    <p:notesMasterId xmlns:r="http://schemas.openxmlformats.org/officeDocument/2006/relationships" r:id="R57097e69abd3492c"/>
  </p:notesMasterIdLst>
  <p:sldIdLst>
    <p:sldId xmlns:r="http://schemas.openxmlformats.org/officeDocument/2006/relationships" id="256" r:id="R2249fc8e29e74d77"/>
    <p:sldId xmlns:r="http://schemas.openxmlformats.org/officeDocument/2006/relationships" id="257" r:id="Rb10a59b10c154382"/>
    <p:sldId xmlns:r="http://schemas.openxmlformats.org/officeDocument/2006/relationships" id="258" r:id="R986bca15882e4c42"/>
    <p:sldId xmlns:r="http://schemas.openxmlformats.org/officeDocument/2006/relationships" id="259" r:id="R93ebc96e29c743c7"/>
    <p:sldId xmlns:r="http://schemas.openxmlformats.org/officeDocument/2006/relationships" id="260" r:id="R5bbb7f8f49b14d19"/>
    <p:sldId xmlns:r="http://schemas.openxmlformats.org/officeDocument/2006/relationships" id="261" r:id="Ra45b2255a66b4389"/>
    <p:sldId xmlns:r="http://schemas.openxmlformats.org/officeDocument/2006/relationships" id="262" r:id="R82377534d7de4b68"/>
    <p:sldId xmlns:r="http://schemas.openxmlformats.org/officeDocument/2006/relationships" id="263" r:id="Rb5b3c431b6a5425b"/>
    <p:sldId xmlns:r="http://schemas.openxmlformats.org/officeDocument/2006/relationships" id="264" r:id="Rc112f41392e04fc4"/>
    <p:sldId xmlns:r="http://schemas.openxmlformats.org/officeDocument/2006/relationships" id="265" r:id="Rdc27210ad8c54b7c"/>
    <p:sldId xmlns:r="http://schemas.openxmlformats.org/officeDocument/2006/relationships" id="266" r:id="R1dfb51e662774116"/>
    <p:sldId xmlns:r="http://schemas.openxmlformats.org/officeDocument/2006/relationships" id="267" r:id="R0fff1a4f767a410d"/>
    <p:sldId xmlns:r="http://schemas.openxmlformats.org/officeDocument/2006/relationships" id="268" r:id="R0d987894adbe4398"/>
    <p:sldId xmlns:r="http://schemas.openxmlformats.org/officeDocument/2006/relationships" id="269" r:id="R55a8b559a4b44b33"/>
    <p:sldId xmlns:r="http://schemas.openxmlformats.org/officeDocument/2006/relationships" id="270" r:id="R3d7a1b5d3c044c3e"/>
    <p:sldId xmlns:r="http://schemas.openxmlformats.org/officeDocument/2006/relationships" id="271" r:id="R5617ed1430a94d2c"/>
    <p:sldId xmlns:r="http://schemas.openxmlformats.org/officeDocument/2006/relationships" id="272" r:id="Rbc66c8c663a64e11"/>
    <p:sldId xmlns:r="http://schemas.openxmlformats.org/officeDocument/2006/relationships" id="273" r:id="R3d7bc4883b054609"/>
  </p:sldIdLst>
  <p:sldSz cx="9144000" cy="5143500"/>
  <p:notesSz cx="6858000" cy="9144000"/>
  <p:embeddedFontLst>
    <p:embeddedFont>
      <p:font typeface="Anaheim"/>
      <p:regular xmlns:r="http://schemas.openxmlformats.org/officeDocument/2006/relationships" r:id="R879d937c1b0f41d3"/>
      <p:bold xmlns:r="http://schemas.openxmlformats.org/officeDocument/2006/relationships" r:id="Rff2533095cb343a1"/>
    </p:embeddedFont>
    <p:embeddedFont>
      <p:font typeface="Cambria Math"/>
      <p:regular xmlns:r="http://schemas.openxmlformats.org/officeDocument/2006/relationships" r:id="R5522814f17d149c2"/>
    </p:embeddedFont>
    <p:embeddedFont>
      <p:font typeface="Nunito Light"/>
      <p:regular xmlns:r="http://schemas.openxmlformats.org/officeDocument/2006/relationships" r:id="R924036dc61644db1"/>
      <p:italic xmlns:r="http://schemas.openxmlformats.org/officeDocument/2006/relationships" r:id="Ra24c1f59715f4cb0"/>
    </p:embeddedFont>
    <p:embeddedFont>
      <p:font typeface="Poppins"/>
      <p:regular xmlns:r="http://schemas.openxmlformats.org/officeDocument/2006/relationships" r:id="R8e4144e306864c02"/>
      <p:bold xmlns:r="http://schemas.openxmlformats.org/officeDocument/2006/relationships" r:id="Rd652ca3f469645d5"/>
      <p:italic xmlns:r="http://schemas.openxmlformats.org/officeDocument/2006/relationships" r:id="R9391134e1eeb4e56"/>
      <p:boldItalic xmlns:r="http://schemas.openxmlformats.org/officeDocument/2006/relationships" r:id="Rd82260f574d243d0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F3E31DBF-9C51-4A74-9153-B9460B38124B}">
  <a:tblStyle styleId="{F3E31DBF-9C51-4A74-9153-B9460B3812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EDEAD7-B31A-4875-943C-D064B1FDED3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b9c516cbe24bb8" /><Relationship Type="http://schemas.openxmlformats.org/officeDocument/2006/relationships/slideMaster" Target="/ppt/slideMasters/slideMaster1.xml" Id="Rb51efcfc115d4163" /><Relationship Type="http://schemas.openxmlformats.org/officeDocument/2006/relationships/notesMaster" Target="/ppt/notesMasters/notesMaster1.xml" Id="R57097e69abd3492c" /><Relationship Type="http://schemas.openxmlformats.org/officeDocument/2006/relationships/presProps" Target="/ppt/presProps.xml" Id="R1ae26ab7ec1542fb" /><Relationship Type="http://schemas.openxmlformats.org/officeDocument/2006/relationships/viewProps" Target="/ppt/viewProps.xml" Id="R57ec7d7d28ee4d1a" /><Relationship Type="http://schemas.openxmlformats.org/officeDocument/2006/relationships/tableStyles" Target="/ppt/tableStyles.xml" Id="R4ed31ae284f4462c" /><Relationship Type="http://schemas.openxmlformats.org/officeDocument/2006/relationships/font" Target="/ppt/fonts/font.dat" Id="R879d937c1b0f41d3" /><Relationship Type="http://schemas.openxmlformats.org/officeDocument/2006/relationships/font" Target="/ppt/fonts/font2.dat" Id="Rff2533095cb343a1" /><Relationship Type="http://schemas.openxmlformats.org/officeDocument/2006/relationships/font" Target="/ppt/fonts/font3.dat" Id="R5522814f17d149c2" /><Relationship Type="http://schemas.openxmlformats.org/officeDocument/2006/relationships/font" Target="/ppt/fonts/font4.dat" Id="R924036dc61644db1" /><Relationship Type="http://schemas.openxmlformats.org/officeDocument/2006/relationships/font" Target="/ppt/fonts/font5.dat" Id="Ra24c1f59715f4cb0" /><Relationship Type="http://schemas.openxmlformats.org/officeDocument/2006/relationships/font" Target="/ppt/fonts/font6.dat" Id="R8e4144e306864c02" /><Relationship Type="http://schemas.openxmlformats.org/officeDocument/2006/relationships/font" Target="/ppt/fonts/font7.dat" Id="Rd652ca3f469645d5" /><Relationship Type="http://schemas.openxmlformats.org/officeDocument/2006/relationships/font" Target="/ppt/fonts/font8.dat" Id="R9391134e1eeb4e56" /><Relationship Type="http://schemas.openxmlformats.org/officeDocument/2006/relationships/font" Target="/ppt/fonts/font9.dat" Id="Rd82260f574d243d0" /><Relationship Type="http://schemas.openxmlformats.org/officeDocument/2006/relationships/slide" Target="/ppt/slides/slide1.xml" Id="R2249fc8e29e74d77" /><Relationship Type="http://schemas.openxmlformats.org/officeDocument/2006/relationships/slide" Target="/ppt/slides/slide2.xml" Id="Rb10a59b10c154382" /><Relationship Type="http://schemas.openxmlformats.org/officeDocument/2006/relationships/slide" Target="/ppt/slides/slide3.xml" Id="R986bca15882e4c42" /><Relationship Type="http://schemas.openxmlformats.org/officeDocument/2006/relationships/slide" Target="/ppt/slides/slide4.xml" Id="R93ebc96e29c743c7" /><Relationship Type="http://schemas.openxmlformats.org/officeDocument/2006/relationships/slide" Target="/ppt/slides/slide5.xml" Id="R5bbb7f8f49b14d19" /><Relationship Type="http://schemas.openxmlformats.org/officeDocument/2006/relationships/slide" Target="/ppt/slides/slide6.xml" Id="Ra45b2255a66b4389" /><Relationship Type="http://schemas.openxmlformats.org/officeDocument/2006/relationships/slide" Target="/ppt/slides/slide7.xml" Id="R82377534d7de4b68" /><Relationship Type="http://schemas.openxmlformats.org/officeDocument/2006/relationships/slide" Target="/ppt/slides/slide8.xml" Id="Rb5b3c431b6a5425b" /><Relationship Type="http://schemas.openxmlformats.org/officeDocument/2006/relationships/slide" Target="/ppt/slides/slide9.xml" Id="Rc112f41392e04fc4" /><Relationship Type="http://schemas.openxmlformats.org/officeDocument/2006/relationships/slide" Target="/ppt/slides/slide10.xml" Id="Rdc27210ad8c54b7c" /><Relationship Type="http://schemas.openxmlformats.org/officeDocument/2006/relationships/slide" Target="/ppt/slides/slide11.xml" Id="R1dfb51e662774116" /><Relationship Type="http://schemas.openxmlformats.org/officeDocument/2006/relationships/slide" Target="/ppt/slides/slide12.xml" Id="R0fff1a4f767a410d" /><Relationship Type="http://schemas.openxmlformats.org/officeDocument/2006/relationships/slide" Target="/ppt/slides/slide13.xml" Id="R0d987894adbe4398" /><Relationship Type="http://schemas.openxmlformats.org/officeDocument/2006/relationships/slide" Target="/ppt/slides/slide14.xml" Id="R55a8b559a4b44b33" /><Relationship Type="http://schemas.openxmlformats.org/officeDocument/2006/relationships/slide" Target="/ppt/slides/slide15.xml" Id="R3d7a1b5d3c044c3e" /><Relationship Type="http://schemas.openxmlformats.org/officeDocument/2006/relationships/slide" Target="/ppt/slides/slide16.xml" Id="R5617ed1430a94d2c" /><Relationship Type="http://schemas.openxmlformats.org/officeDocument/2006/relationships/slide" Target="/ppt/slides/slide17.xml" Id="Rbc66c8c663a64e11" /><Relationship Type="http://schemas.openxmlformats.org/officeDocument/2006/relationships/slide" Target="/ppt/slides/slide18.xml" Id="R3d7bc4883b0546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eb63b00ede4c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49473ef5bc4875" /><Relationship Type="http://schemas.openxmlformats.org/officeDocument/2006/relationships/notesMaster" Target="/ppt/notesMasters/notesMaster1.xml" Id="Rf9d772377eca44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ed10b756b3405e" /><Relationship Type="http://schemas.openxmlformats.org/officeDocument/2006/relationships/notesMaster" Target="/ppt/notesMasters/notesMaster1.xml" Id="R939fcd0da1b645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fee074460d4bb6" /><Relationship Type="http://schemas.openxmlformats.org/officeDocument/2006/relationships/notesMaster" Target="/ppt/notesMasters/notesMaster1.xml" Id="R3916514826a348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1bfda77cbb4c72" /><Relationship Type="http://schemas.openxmlformats.org/officeDocument/2006/relationships/notesMaster" Target="/ppt/notesMasters/notesMaster1.xml" Id="Rd3da3410a60942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478c86ff204355" /><Relationship Type="http://schemas.openxmlformats.org/officeDocument/2006/relationships/notesMaster" Target="/ppt/notesMasters/notesMaster1.xml" Id="R6bb1a4b644074d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4ab926a99c4837" /><Relationship Type="http://schemas.openxmlformats.org/officeDocument/2006/relationships/notesMaster" Target="/ppt/notesMasters/notesMaster1.xml" Id="Rb93d8131365548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71a325891b4bb4" /><Relationship Type="http://schemas.openxmlformats.org/officeDocument/2006/relationships/notesMaster" Target="/ppt/notesMasters/notesMaster1.xml" Id="Rac270f313c5842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f9dd513b1a415d" /><Relationship Type="http://schemas.openxmlformats.org/officeDocument/2006/relationships/notesMaster" Target="/ppt/notesMasters/notesMaster1.xml" Id="R1321c660071342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d152735f5c4d35" /><Relationship Type="http://schemas.openxmlformats.org/officeDocument/2006/relationships/notesMaster" Target="/ppt/notesMasters/notesMaster1.xml" Id="R90d49bb5c44542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93277c19204913" /><Relationship Type="http://schemas.openxmlformats.org/officeDocument/2006/relationships/notesMaster" Target="/ppt/notesMasters/notesMaster1.xml" Id="Re5d63781de8543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9c76aa5f504f70" /><Relationship Type="http://schemas.openxmlformats.org/officeDocument/2006/relationships/notesMaster" Target="/ppt/notesMasters/notesMaster1.xml" Id="Rfb29e956cc414d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8e8f356a0348c1" /><Relationship Type="http://schemas.openxmlformats.org/officeDocument/2006/relationships/notesMaster" Target="/ppt/notesMasters/notesMaster1.xml" Id="R71355e13919a4b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a09529ac684b15" /><Relationship Type="http://schemas.openxmlformats.org/officeDocument/2006/relationships/notesMaster" Target="/ppt/notesMasters/notesMaster1.xml" Id="R528e6d99d3b448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37135679624ecb" /><Relationship Type="http://schemas.openxmlformats.org/officeDocument/2006/relationships/notesMaster" Target="/ppt/notesMasters/notesMaster1.xml" Id="R0bbf6ae428d14c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41bd034689491e" /><Relationship Type="http://schemas.openxmlformats.org/officeDocument/2006/relationships/notesMaster" Target="/ppt/notesMasters/notesMaster1.xml" Id="R868d61efb72b4c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4108452ae94d11" /><Relationship Type="http://schemas.openxmlformats.org/officeDocument/2006/relationships/notesMaster" Target="/ppt/notesMasters/notesMaster1.xml" Id="R52c4918e611d4e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5c408db9dc42c9" /><Relationship Type="http://schemas.openxmlformats.org/officeDocument/2006/relationships/notesMaster" Target="/ppt/notesMasters/notesMaster1.xml" Id="R30e5003c19094f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7455457c864cd7" /><Relationship Type="http://schemas.openxmlformats.org/officeDocument/2006/relationships/notesMaster" Target="/ppt/notesMasters/notesMaster1.xml" Id="Rdec3f5febb5241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06b9a67fe4cc8" /><Relationship Type="http://schemas.openxmlformats.org/officeDocument/2006/relationships/image" Target="/ppt/media/image.png" Id="Rd112ddc8610341a4" /><Relationship Type="http://schemas.openxmlformats.org/officeDocument/2006/relationships/image" Target="/ppt/media/image2.png" Id="R56db394f7a3b4455" /><Relationship Type="http://schemas.openxmlformats.org/officeDocument/2006/relationships/image" Target="/ppt/media/image3.png" Id="R5495457429bd4a0c" /><Relationship Type="http://schemas.openxmlformats.org/officeDocument/2006/relationships/image" Target="/ppt/media/image4.png" Id="Rb76cb1de275640e0" /><Relationship Type="http://schemas.openxmlformats.org/officeDocument/2006/relationships/image" Target="/ppt/media/image5.png" Id="R9ef2cfb655ee473d" /><Relationship Type="http://schemas.openxmlformats.org/officeDocument/2006/relationships/image" Target="/ppt/media/image6.png" Id="Rcf732a25fb9642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c6b98564b46c6" /><Relationship Type="http://schemas.openxmlformats.org/officeDocument/2006/relationships/image" Target="/ppt/media/image.png" Id="Rde79e2d1d5624482" /><Relationship Type="http://schemas.openxmlformats.org/officeDocument/2006/relationships/image" Target="/ppt/media/image5.png" Id="R291ee0d7f89c4569" /><Relationship Type="http://schemas.openxmlformats.org/officeDocument/2006/relationships/image" Target="/ppt/media/image7.png" Id="R699c458244f347e0" /><Relationship Type="http://schemas.openxmlformats.org/officeDocument/2006/relationships/image" Target="/ppt/media/image4.png" Id="R1919de642d5c486c" /><Relationship Type="http://schemas.openxmlformats.org/officeDocument/2006/relationships/image" Target="/ppt/media/image3.png" Id="R438b282c4d0a4d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c530d20ef4c53" /><Relationship Type="http://schemas.openxmlformats.org/officeDocument/2006/relationships/image" Target="/ppt/media/image.png" Id="Rfcd8dc2a26e14815" /><Relationship Type="http://schemas.openxmlformats.org/officeDocument/2006/relationships/image" Target="/ppt/media/image8.png" Id="R9493b81e5950480e" /><Relationship Type="http://schemas.openxmlformats.org/officeDocument/2006/relationships/image" Target="/ppt/media/image6.png" Id="R5ead42ba5b164237" /><Relationship Type="http://schemas.openxmlformats.org/officeDocument/2006/relationships/image" Target="/ppt/media/image2.png" Id="R86db41a6a06b4fa5" /><Relationship Type="http://schemas.openxmlformats.org/officeDocument/2006/relationships/image" Target="/ppt/media/image3.png" Id="R8a4656aa5bee4f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6db7511aa4b53" /><Relationship Type="http://schemas.openxmlformats.org/officeDocument/2006/relationships/image" Target="/ppt/media/image.png" Id="R52cb85f40f854767" /><Relationship Type="http://schemas.openxmlformats.org/officeDocument/2006/relationships/image" Target="/ppt/media/image5.png" Id="Rb1d4084be3ba4592" /><Relationship Type="http://schemas.openxmlformats.org/officeDocument/2006/relationships/image" Target="/ppt/media/image6.png" Id="R5fefb6de73c64a4c" /><Relationship Type="http://schemas.openxmlformats.org/officeDocument/2006/relationships/image" Target="/ppt/media/image2.png" Id="R9cd5a97ced394af8" /><Relationship Type="http://schemas.openxmlformats.org/officeDocument/2006/relationships/image" Target="/ppt/media/image3.png" Id="R32d079c11e2944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7db919bf542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415a2e4044319" /><Relationship Type="http://schemas.openxmlformats.org/officeDocument/2006/relationships/image" Target="/ppt/media/image.png" Id="R9e2e31688c454a6b" /><Relationship Type="http://schemas.openxmlformats.org/officeDocument/2006/relationships/image" Target="/ppt/media/image8.png" Id="R468922779d194b3f" /><Relationship Type="http://schemas.openxmlformats.org/officeDocument/2006/relationships/image" Target="/ppt/media/image5.png" Id="R4b37014e2bd84690" /><Relationship Type="http://schemas.openxmlformats.org/officeDocument/2006/relationships/image" Target="/ppt/media/image6.png" Id="Rd593e9109df24f4a" /><Relationship Type="http://schemas.openxmlformats.org/officeDocument/2006/relationships/image" Target="/ppt/media/image2.png" Id="R975ab75dcd4b4495" /><Relationship Type="http://schemas.openxmlformats.org/officeDocument/2006/relationships/image" Target="/ppt/media/image3.png" Id="Rd34e41983c774603" /><Relationship Type="http://schemas.openxmlformats.org/officeDocument/2006/relationships/image" Target="/ppt/media/image4.png" Id="R429501a62765401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f2fad16d1432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79f4263104ae6" /><Relationship Type="http://schemas.openxmlformats.org/officeDocument/2006/relationships/image" Target="/ppt/media/image.png" Id="R228cbbae4c6a45e8" /><Relationship Type="http://schemas.openxmlformats.org/officeDocument/2006/relationships/image" Target="/ppt/media/image8.png" Id="R0466224a877d421d" /><Relationship Type="http://schemas.openxmlformats.org/officeDocument/2006/relationships/image" Target="/ppt/media/image6.png" Id="Rb497c28133c2474a" /><Relationship Type="http://schemas.openxmlformats.org/officeDocument/2006/relationships/image" Target="/ppt/media/image2.png" Id="Rb48e3fd5afbd43fc" /><Relationship Type="http://schemas.openxmlformats.org/officeDocument/2006/relationships/image" Target="/ppt/media/image3.png" Id="R601627f627fe480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87d02a4c64c0a" /><Relationship Type="http://schemas.openxmlformats.org/officeDocument/2006/relationships/image" Target="/ppt/media/image.png" Id="Reed7363ecf834f24" /><Relationship Type="http://schemas.openxmlformats.org/officeDocument/2006/relationships/image" Target="/ppt/media/image5.png" Id="R35968347adab45d2" /><Relationship Type="http://schemas.openxmlformats.org/officeDocument/2006/relationships/image" Target="/ppt/media/image7.png" Id="R53b0f2585b804194" /><Relationship Type="http://schemas.openxmlformats.org/officeDocument/2006/relationships/image" Target="/ppt/media/image4.png" Id="Rbbb1f481e2084d3e" /><Relationship Type="http://schemas.openxmlformats.org/officeDocument/2006/relationships/image" Target="/ppt/media/image3.png" Id="R6536ffef4bbf422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0dfbc69a742af" /><Relationship Type="http://schemas.openxmlformats.org/officeDocument/2006/relationships/image" Target="/ppt/media/image.png" Id="R897e80a4031a4ec3" /><Relationship Type="http://schemas.openxmlformats.org/officeDocument/2006/relationships/image" Target="/ppt/media/image5.png" Id="Reb76609c708741f1" /><Relationship Type="http://schemas.openxmlformats.org/officeDocument/2006/relationships/image" Target="/ppt/media/image6.png" Id="Ra9560e4f5d3f4f17" /><Relationship Type="http://schemas.openxmlformats.org/officeDocument/2006/relationships/image" Target="/ppt/media/image2.png" Id="R1a1bac0059914d7d" /><Relationship Type="http://schemas.openxmlformats.org/officeDocument/2006/relationships/image" Target="/ppt/media/image3.png" Id="Rf71734d316d245d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0c9fa917b41cc" /><Relationship Type="http://schemas.openxmlformats.org/officeDocument/2006/relationships/image" Target="/ppt/media/image.png" Id="R9f0b5b79dbba4e81" /><Relationship Type="http://schemas.openxmlformats.org/officeDocument/2006/relationships/image" Target="/ppt/media/image4.png" Id="R91dbe974f86b4bcc" /><Relationship Type="http://schemas.openxmlformats.org/officeDocument/2006/relationships/image" Target="/ppt/media/image3.png" Id="Raf1eabaf7f6f4889" /><Relationship Type="http://schemas.openxmlformats.org/officeDocument/2006/relationships/image" Target="/ppt/media/image8.png" Id="Rbd2523efd5ab449a" /><Relationship Type="http://schemas.openxmlformats.org/officeDocument/2006/relationships/image" Target="/ppt/media/image5.png" Id="Ra3df1166cae44b5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30e6a314a49df" /><Relationship Type="http://schemas.openxmlformats.org/officeDocument/2006/relationships/image" Target="/ppt/media/image.png" Id="R1f2ec9ae427848a5" /><Relationship Type="http://schemas.openxmlformats.org/officeDocument/2006/relationships/image" Target="/ppt/media/image7.png" Id="R3972e709c3e4428a" /><Relationship Type="http://schemas.openxmlformats.org/officeDocument/2006/relationships/image" Target="/ppt/media/image5.png" Id="R7fab59fc668a410f" /><Relationship Type="http://schemas.openxmlformats.org/officeDocument/2006/relationships/image" Target="/ppt/media/image3.png" Id="R70f3e920363a421f" /><Relationship Type="http://schemas.openxmlformats.org/officeDocument/2006/relationships/image" Target="/ppt/media/image4.png" Id="R8dbe685c9178414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693e236d9438e" /><Relationship Type="http://schemas.openxmlformats.org/officeDocument/2006/relationships/image" Target="/ppt/media/image.png" Id="Rf88ef86fd9f14b3e" /><Relationship Type="http://schemas.openxmlformats.org/officeDocument/2006/relationships/image" Target="/ppt/media/image4.png" Id="R461f21c4bafa44d6" /><Relationship Type="http://schemas.openxmlformats.org/officeDocument/2006/relationships/image" Target="/ppt/media/image3.png" Id="Ref1d6f049a1548da" /><Relationship Type="http://schemas.openxmlformats.org/officeDocument/2006/relationships/image" Target="/ppt/media/image5.png" Id="R51c3c9610aaa4558" /><Relationship Type="http://schemas.openxmlformats.org/officeDocument/2006/relationships/image" Target="/ppt/media/image6.png" Id="R2d8ef078a4d14b40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Google Shape;9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2ddc8610341a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528F1E7E-241C-4A4A-A039-0DA10DB3E9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A76781E-321D-4E84-A53B-7946C2A669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42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pic>
        <p:nvPicPr>
          <p:cNvPr id="22" name="Google Shape;14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b394f7a3b445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2641212" y="4619119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15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5457429bd4a0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307888" y="4849412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" name="Google Shape;17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cb1de275640e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25" y="1613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" name="Google Shape;18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5457429bd4a0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8300" y="2482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" name="Google Shape;20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2cfb655ee473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899269" y="-740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" name="Google Shape;21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32a25fb96427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19" y="38993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Google Shape;57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9e2d1d562448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8" name="Google Shape;58;p7">
            <a:extLst xmlns:a="http://schemas.openxmlformats.org/drawingml/2006/main">
              <a:ext uri="{FF2B5EF4-FFF2-40B4-BE49-F238E27FC236}">
                <a16:creationId xmlns:a16="http://schemas.microsoft.com/office/drawing/2014/main" id="{EFC47785-8899-474F-B2BA-912A9D62AD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7">
            <a:extLst xmlns:a="http://schemas.openxmlformats.org/drawingml/2006/main">
              <a:ext uri="{FF2B5EF4-FFF2-40B4-BE49-F238E27FC236}">
                <a16:creationId xmlns:a16="http://schemas.microsoft.com/office/drawing/2014/main" id="{81392D12-D66F-4DF3-9781-F244903B0F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60" name="Google Shape;60;p7">
            <a:extLst xmlns:a="http://schemas.openxmlformats.org/drawingml/2006/main">
              <a:ext uri="{FF2B5EF4-FFF2-40B4-BE49-F238E27FC236}">
                <a16:creationId xmlns:a16="http://schemas.microsoft.com/office/drawing/2014/main" id="{58B3B346-D499-4846-ACDC-76BCE0396D6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Google Shape;61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ee0d7f89c456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1" name="Google Shape;6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9c458244f347e0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2" name="Google Shape;64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9de642d5c486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" name="Google Shape;65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282c4d0a4d8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Google Shape;67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8dc2a26e1481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8" name="Google Shape;68;p8">
            <a:extLst xmlns:a="http://schemas.openxmlformats.org/drawingml/2006/main">
              <a:ext uri="{FF2B5EF4-FFF2-40B4-BE49-F238E27FC236}">
                <a16:creationId xmlns:a16="http://schemas.microsoft.com/office/drawing/2014/main" id="{C5D01D96-9E98-477C-A5D4-B2F2736E3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7950" y="1307100"/>
            <a:ext cx="4508100" cy="252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pic>
        <p:nvPicPr>
          <p:cNvPr id="76" name="Google Shape;6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93b81e5950480e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0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d42ba5b16423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Google Shape;72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b41a6a06b4fa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" name="Google Shape;73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656aa5bee4f2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3" name="Google Shape;75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b85f40f85476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6" name="Google Shape;76;p9">
            <a:extLst xmlns:a="http://schemas.openxmlformats.org/drawingml/2006/main">
              <a:ext uri="{FF2B5EF4-FFF2-40B4-BE49-F238E27FC236}">
                <a16:creationId xmlns:a16="http://schemas.microsoft.com/office/drawing/2014/main" id="{5D45787E-88B7-404C-AE8D-FAEFE01A5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9">
            <a:extLst xmlns:a="http://schemas.openxmlformats.org/drawingml/2006/main">
              <a:ext uri="{FF2B5EF4-FFF2-40B4-BE49-F238E27FC236}">
                <a16:creationId xmlns:a16="http://schemas.microsoft.com/office/drawing/2014/main" id="{5BDF68FD-414A-44A1-87BB-E0BAD0DCA7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pic>
        <p:nvPicPr>
          <p:cNvPr id="86" name="Google Shape;79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4084be3ba459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210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7" name="Google Shape;80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fb6de73c64a4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8" name="Google Shape;82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5a97ced394af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2100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9" name="Google Shape;83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079c11e29443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0">
            <a:extLst xmlns:a="http://schemas.openxmlformats.org/drawingml/2006/main">
              <a:ext uri="{FF2B5EF4-FFF2-40B4-BE49-F238E27FC236}">
                <a16:creationId xmlns:a16="http://schemas.microsoft.com/office/drawing/2014/main" id="{49F3D90A-A4C7-498B-B9AB-556830F2FC7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Google Shape;86;p10">
            <a:extLst xmlns:a="http://schemas.openxmlformats.org/drawingml/2006/main">
              <a:ext uri="{FF2B5EF4-FFF2-40B4-BE49-F238E27FC236}">
                <a16:creationId xmlns:a16="http://schemas.microsoft.com/office/drawing/2014/main" id="{138F944B-7A79-4EEC-ACFB-1127181FD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014450"/>
            <a:ext cx="77040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" name="Google Shape;8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e31688c454a6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9" name="Google Shape;89;p11">
            <a:extLst xmlns:a="http://schemas.openxmlformats.org/drawingml/2006/main">
              <a:ext uri="{FF2B5EF4-FFF2-40B4-BE49-F238E27FC236}">
                <a16:creationId xmlns:a16="http://schemas.microsoft.com/office/drawing/2014/main" id="{FC132597-4BD5-4FB3-A38E-9C316C40764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76500" y="1872450"/>
            <a:ext cx="4191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0" name="Google Shape;90;p11">
            <a:extLst xmlns:a="http://schemas.openxmlformats.org/drawingml/2006/main">
              <a:ext uri="{FF2B5EF4-FFF2-40B4-BE49-F238E27FC236}">
                <a16:creationId xmlns:a16="http://schemas.microsoft.com/office/drawing/2014/main" id="{FC6068DF-7666-4B14-84D6-6347EA286D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76500" y="2839950"/>
            <a:ext cx="4191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/>
        </p:txBody>
      </p:sp>
      <p:pic>
        <p:nvPicPr>
          <p:cNvPr id="102" name="Google Shape;9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922779d194b3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170784" y="263618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3" name="Google Shape;93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7014e2bd8469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7892450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" name="Google Shape;94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3e9109df24f4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39067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" name="Google Shape;97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b75dcd4b449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2638561" y="4624325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6" name="Google Shape;9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e41983c77460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7305237" y="48546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" name="Google Shape;100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501a62765401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5031" y="0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8" name="Google Shape;10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e41983c77460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270156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matchingName="Title and text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Google Shape;125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cbbae4c6a45e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14">
            <a:extLst xmlns:a="http://schemas.openxmlformats.org/drawingml/2006/main">
              <a:ext uri="{FF2B5EF4-FFF2-40B4-BE49-F238E27FC236}">
                <a16:creationId xmlns:a16="http://schemas.microsoft.com/office/drawing/2014/main" id="{D9037269-383F-4EC4-9567-6E942049B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p14">
            <a:extLst xmlns:a="http://schemas.openxmlformats.org/drawingml/2006/main">
              <a:ext uri="{FF2B5EF4-FFF2-40B4-BE49-F238E27FC236}">
                <a16:creationId xmlns:a16="http://schemas.microsoft.com/office/drawing/2014/main" id="{B6391AC9-3E2F-453F-A0DA-98BE301885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 xmlns:a="http://schemas.openxmlformats.org/drawingml/2006/main"/>
        </p:txBody>
      </p:sp>
      <p:pic>
        <p:nvPicPr>
          <p:cNvPr id="136" name="Google Shape;12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66224a877d421d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7" name="Google Shape;129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7c28133c2474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31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e3fd5afbd43f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32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627f627fe480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Title and text 2">
  <p:cSld name="ONE_COLUMN_TEXT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9" name="Google Shape;134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7363ecf834f2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5" name="Google Shape;135;p15">
            <a:extLst xmlns:a="http://schemas.openxmlformats.org/drawingml/2006/main">
              <a:ext uri="{FF2B5EF4-FFF2-40B4-BE49-F238E27FC236}">
                <a16:creationId xmlns:a16="http://schemas.microsoft.com/office/drawing/2014/main" id="{0CD5FC3D-BCC9-41AE-8513-0526A0D6C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36" name="Google Shape;136;p15">
            <a:extLst xmlns:a="http://schemas.openxmlformats.org/drawingml/2006/main">
              <a:ext uri="{FF2B5EF4-FFF2-40B4-BE49-F238E27FC236}">
                <a16:creationId xmlns:a16="http://schemas.microsoft.com/office/drawing/2014/main" id="{CBA56E55-1DAC-4849-AEA4-6E3EED919A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137" name="Google Shape;137;p15">
            <a:extLst xmlns:a="http://schemas.openxmlformats.org/drawingml/2006/main">
              <a:ext uri="{FF2B5EF4-FFF2-40B4-BE49-F238E27FC236}">
                <a16:creationId xmlns:a16="http://schemas.microsoft.com/office/drawing/2014/main" id="{1F6C7875-E85B-440B-8051-DF2B92BC5C1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3" name="Google Shape;138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68347adab45d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3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b0f2585b804194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5" name="Google Shape;141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1f481e2084d3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6" name="Google Shape;142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6ffef4bbf422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3" name="Google Shape;143;p15">
            <a:extLst xmlns:a="http://schemas.openxmlformats.org/drawingml/2006/main">
              <a:ext uri="{FF2B5EF4-FFF2-40B4-BE49-F238E27FC236}">
                <a16:creationId xmlns:a16="http://schemas.microsoft.com/office/drawing/2014/main" id="{DF33C033-36E6-4591-B62D-B14B5CC16F5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109675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2" name="Google Shape;187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e80a4031a4ec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8" name="Google Shape;188;p20">
            <a:extLst xmlns:a="http://schemas.openxmlformats.org/drawingml/2006/main">
              <a:ext uri="{FF2B5EF4-FFF2-40B4-BE49-F238E27FC236}">
                <a16:creationId xmlns:a16="http://schemas.microsoft.com/office/drawing/2014/main" id="{1ECA3992-5A79-403D-99A9-EB77B657F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89" name="Google Shape;189;p20">
            <a:extLst xmlns:a="http://schemas.openxmlformats.org/drawingml/2006/main">
              <a:ext uri="{FF2B5EF4-FFF2-40B4-BE49-F238E27FC236}">
                <a16:creationId xmlns:a16="http://schemas.microsoft.com/office/drawing/2014/main" id="{80C2C6D0-1608-4CCF-99D4-41A97B96FE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0" name="Google Shape;190;p20">
            <a:extLst xmlns:a="http://schemas.openxmlformats.org/drawingml/2006/main">
              <a:ext uri="{FF2B5EF4-FFF2-40B4-BE49-F238E27FC236}">
                <a16:creationId xmlns:a16="http://schemas.microsoft.com/office/drawing/2014/main" id="{0D5CA3AF-4EC8-41B2-90CB-7DC1F3D44BC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1" name="Google Shape;191;p20">
            <a:extLst xmlns:a="http://schemas.openxmlformats.org/drawingml/2006/main">
              <a:ext uri="{FF2B5EF4-FFF2-40B4-BE49-F238E27FC236}">
                <a16:creationId xmlns:a16="http://schemas.microsoft.com/office/drawing/2014/main" id="{2F76485C-7E72-42C5-A72D-E71EF041FD0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2" name="Google Shape;192;p20">
            <a:extLst xmlns:a="http://schemas.openxmlformats.org/drawingml/2006/main">
              <a:ext uri="{FF2B5EF4-FFF2-40B4-BE49-F238E27FC236}">
                <a16:creationId xmlns:a16="http://schemas.microsoft.com/office/drawing/2014/main" id="{884125E8-F49C-4BEC-960B-1B432690D93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3" name="Google Shape;193;p20">
            <a:extLst xmlns:a="http://schemas.openxmlformats.org/drawingml/2006/main">
              <a:ext uri="{FF2B5EF4-FFF2-40B4-BE49-F238E27FC236}">
                <a16:creationId xmlns:a16="http://schemas.microsoft.com/office/drawing/2014/main" id="{3EAB6ABE-F8CE-4172-AB18-31AA6B9C356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4" name="Google Shape;194;p20">
            <a:extLst xmlns:a="http://schemas.openxmlformats.org/drawingml/2006/main">
              <a:ext uri="{FF2B5EF4-FFF2-40B4-BE49-F238E27FC236}">
                <a16:creationId xmlns:a16="http://schemas.microsoft.com/office/drawing/2014/main" id="{C65DD897-1E58-4928-83BC-1EE1217FC309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5" name="Google Shape;195;p20">
            <a:extLst xmlns:a="http://schemas.openxmlformats.org/drawingml/2006/main">
              <a:ext uri="{FF2B5EF4-FFF2-40B4-BE49-F238E27FC236}">
                <a16:creationId xmlns:a16="http://schemas.microsoft.com/office/drawing/2014/main" id="{31FC6403-B407-4036-B972-AC5FB728A5E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6" name="Google Shape;196;p20">
            <a:extLst xmlns:a="http://schemas.openxmlformats.org/drawingml/2006/main">
              <a:ext uri="{FF2B5EF4-FFF2-40B4-BE49-F238E27FC236}">
                <a16:creationId xmlns:a16="http://schemas.microsoft.com/office/drawing/2014/main" id="{804B12F5-ACC1-4EFC-96F8-7515F8E9EDD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212" name="Google Shape;198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6609c708741f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-4719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3" name="Google Shape;199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60e4f5d3f4f1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4" name="Google Shape;201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bac0059914d7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-4719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5" name="Google Shape;202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734d316d245d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43636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Title only 3">
  <p:cSld name="TITLE_ONLY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0" name="Google Shape;253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b5b79dbba4e8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4" name="Google Shape;254;p25">
            <a:extLst xmlns:a="http://schemas.openxmlformats.org/drawingml/2006/main">
              <a:ext uri="{FF2B5EF4-FFF2-40B4-BE49-F238E27FC236}">
                <a16:creationId xmlns:a16="http://schemas.microsoft.com/office/drawing/2014/main" id="{9FD9FE2C-0D04-4C72-8CA9-DCAA08063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pic>
        <p:nvPicPr>
          <p:cNvPr id="262" name="Google Shape;256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be974f86b4bc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3" name="Google Shape;257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eabaf7f6f488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4" name="Google Shape;25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2523efd5ab449a">
            <a:alphaModFix/>
          </a:blip>
          <a:srcRect xmlns:a="http://schemas.openxmlformats.org/drawingml/2006/main" l="0" t="0" r="56111" b="41941"/>
          <a:stretch xmlns:a="http://schemas.openxmlformats.org/drawingml/2006/main"/>
        </p:blipFill>
        <p:spPr>
          <a:xfrm xmlns:a="http://schemas.openxmlformats.org/drawingml/2006/main" rot="-5400000">
            <a:off x="8325038" y="4266787"/>
            <a:ext cx="775950" cy="784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5" name="Google Shape;259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f1166cae44b5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0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Background">
  <p:cSld name="CUSTOM_9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Google Shape;301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ec9ae427848a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" name="Google Shape;302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ec9ae427848a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" name="Google Shape;303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72e709c3e4428a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-145124" y="3582752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" name="Google Shape;304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b59fc668a410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6088" y="-136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" name="Google Shape;306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3e920363a421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840980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" name="Google Shape;308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e685c9178414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-13638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" name="Google Shape;309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3e920363a421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329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matchingName="Table of contents">
  <p:cSld name="Table of conten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3" name="Google Shape;104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ef86fd9f14b3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3">
            <a:extLst xmlns:a="http://schemas.openxmlformats.org/drawingml/2006/main">
              <a:ext uri="{FF2B5EF4-FFF2-40B4-BE49-F238E27FC236}">
                <a16:creationId xmlns:a16="http://schemas.microsoft.com/office/drawing/2014/main" id="{2ED94A0F-472A-4E28-9EEF-FCF3685D6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06" name="Google Shape;106;p13">
            <a:extLst xmlns:a="http://schemas.openxmlformats.org/drawingml/2006/main">
              <a:ext uri="{FF2B5EF4-FFF2-40B4-BE49-F238E27FC236}">
                <a16:creationId xmlns:a16="http://schemas.microsoft.com/office/drawing/2014/main" id="{762D3405-D9A1-41CF-8D06-98C3425A697A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7" name="Google Shape;107;p13">
            <a:extLst xmlns:a="http://schemas.openxmlformats.org/drawingml/2006/main">
              <a:ext uri="{FF2B5EF4-FFF2-40B4-BE49-F238E27FC236}">
                <a16:creationId xmlns:a16="http://schemas.microsoft.com/office/drawing/2014/main" id="{35B6FBA8-E627-4C4C-85AB-188A3C5A33EF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8" name="Google Shape;108;p13">
            <a:extLst xmlns:a="http://schemas.openxmlformats.org/drawingml/2006/main">
              <a:ext uri="{FF2B5EF4-FFF2-40B4-BE49-F238E27FC236}">
                <a16:creationId xmlns:a16="http://schemas.microsoft.com/office/drawing/2014/main" id="{60EDAE2D-8DA4-4DE7-9CDA-B09EEFCED9BF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9" name="Google Shape;109;p13">
            <a:extLst xmlns:a="http://schemas.openxmlformats.org/drawingml/2006/main">
              <a:ext uri="{FF2B5EF4-FFF2-40B4-BE49-F238E27FC236}">
                <a16:creationId xmlns:a16="http://schemas.microsoft.com/office/drawing/2014/main" id="{0426A19B-A51F-42FC-8143-6CC43C6ABF01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0" name="Google Shape;110;p13">
            <a:extLst xmlns:a="http://schemas.openxmlformats.org/drawingml/2006/main">
              <a:ext uri="{FF2B5EF4-FFF2-40B4-BE49-F238E27FC236}">
                <a16:creationId xmlns:a16="http://schemas.microsoft.com/office/drawing/2014/main" id="{4DE9B954-9F18-4475-B966-E55300BC0580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1" name="Google Shape;111;p13">
            <a:extLst xmlns:a="http://schemas.openxmlformats.org/drawingml/2006/main">
              <a:ext uri="{FF2B5EF4-FFF2-40B4-BE49-F238E27FC236}">
                <a16:creationId xmlns:a16="http://schemas.microsoft.com/office/drawing/2014/main" id="{AAFD5EC8-4D3A-4032-8FEA-157A91E0245F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2" name="Google Shape;112;p13">
            <a:extLst xmlns:a="http://schemas.openxmlformats.org/drawingml/2006/main">
              <a:ext uri="{FF2B5EF4-FFF2-40B4-BE49-F238E27FC236}">
                <a16:creationId xmlns:a16="http://schemas.microsoft.com/office/drawing/2014/main" id="{EC3B5AE6-69C6-42D4-96D3-0AC2C2ECBF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3" name="Google Shape;113;p13">
            <a:extLst xmlns:a="http://schemas.openxmlformats.org/drawingml/2006/main">
              <a:ext uri="{FF2B5EF4-FFF2-40B4-BE49-F238E27FC236}">
                <a16:creationId xmlns:a16="http://schemas.microsoft.com/office/drawing/2014/main" id="{62D0D8B7-97FE-449A-A5BF-E5E9E4359153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4" name="Google Shape;114;p13">
            <a:extLst xmlns:a="http://schemas.openxmlformats.org/drawingml/2006/main">
              <a:ext uri="{FF2B5EF4-FFF2-40B4-BE49-F238E27FC236}">
                <a16:creationId xmlns:a16="http://schemas.microsoft.com/office/drawing/2014/main" id="{0ACB55F5-C3E3-4B50-B750-254E7B244651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5" name="Google Shape;115;p13">
            <a:extLst xmlns:a="http://schemas.openxmlformats.org/drawingml/2006/main">
              <a:ext uri="{FF2B5EF4-FFF2-40B4-BE49-F238E27FC236}">
                <a16:creationId xmlns:a16="http://schemas.microsoft.com/office/drawing/2014/main" id="{C954AB14-46CE-4462-9AA9-1E8C382520AD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6" name="Google Shape;116;p13">
            <a:extLst xmlns:a="http://schemas.openxmlformats.org/drawingml/2006/main">
              <a:ext uri="{FF2B5EF4-FFF2-40B4-BE49-F238E27FC236}">
                <a16:creationId xmlns:a16="http://schemas.microsoft.com/office/drawing/2014/main" id="{0D9B4770-0511-4CD3-8CF2-7F32E33856AC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7" name="Google Shape;117;p13">
            <a:extLst xmlns:a="http://schemas.openxmlformats.org/drawingml/2006/main">
              <a:ext uri="{FF2B5EF4-FFF2-40B4-BE49-F238E27FC236}">
                <a16:creationId xmlns:a16="http://schemas.microsoft.com/office/drawing/2014/main" id="{FF588C83-60C8-4027-8083-41A735F3A891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137" name="Google Shape;119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f21c4bafa44d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20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d6f049a1548d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22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3c9610aaa455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171225" y="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23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ef078a4d14b4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4170737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3a6925366f49c5" /><Relationship Type="http://schemas.openxmlformats.org/officeDocument/2006/relationships/slideLayout" Target="/ppt/slideLayouts/slideLayout1.xml" Id="R4b64941821554166" /><Relationship Type="http://schemas.openxmlformats.org/officeDocument/2006/relationships/slideLayout" Target="/ppt/slideLayouts/slideLayout2.xml" Id="Rd48603b686c74401" /><Relationship Type="http://schemas.openxmlformats.org/officeDocument/2006/relationships/slideLayout" Target="/ppt/slideLayouts/slideLayout3.xml" Id="Rceb5a1992fec4d41" /><Relationship Type="http://schemas.openxmlformats.org/officeDocument/2006/relationships/slideLayout" Target="/ppt/slideLayouts/slideLayout4.xml" Id="Rf449a0987c6a45a3" /><Relationship Type="http://schemas.openxmlformats.org/officeDocument/2006/relationships/slideLayout" Target="/ppt/slideLayouts/slideLayout5.xml" Id="Rcee11616a04d4b32" /><Relationship Type="http://schemas.openxmlformats.org/officeDocument/2006/relationships/slideLayout" Target="/ppt/slideLayouts/slideLayout6.xml" Id="R5c92a72efb14404d" /><Relationship Type="http://schemas.openxmlformats.org/officeDocument/2006/relationships/slideLayout" Target="/ppt/slideLayouts/slideLayout7.xml" Id="R56078f13bad746e6" /><Relationship Type="http://schemas.openxmlformats.org/officeDocument/2006/relationships/slideLayout" Target="/ppt/slideLayouts/slideLayout8.xml" Id="R62c814f79e67444c" /><Relationship Type="http://schemas.openxmlformats.org/officeDocument/2006/relationships/slideLayout" Target="/ppt/slideLayouts/slideLayout9.xml" Id="Rab1d08b646154985" /><Relationship Type="http://schemas.openxmlformats.org/officeDocument/2006/relationships/slideLayout" Target="/ppt/slideLayouts/slideLayout10.xml" Id="Rb9289c976e764f03" /><Relationship Type="http://schemas.openxmlformats.org/officeDocument/2006/relationships/slideLayout" Target="/ppt/slideLayouts/slideLayout11.xml" Id="Rc6549994367c44bb" /><Relationship Type="http://schemas.openxmlformats.org/officeDocument/2006/relationships/slideLayout" Target="/ppt/slideLayouts/slideLayout12.xml" Id="R7b7b021b1ffb49e5" /><Relationship Type="http://schemas.openxmlformats.org/officeDocument/2006/relationships/slideLayout" Target="/ppt/slideLayouts/slideLayout13.xml" Id="Ra1f0c7f46b354dff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EC20CF3-9F52-4ADB-9CDE-A377E04A4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2F17634-F04E-4814-8639-9F09FA1B4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64941821554166"/>
    <p:sldLayoutId xmlns:r="http://schemas.openxmlformats.org/officeDocument/2006/relationships" id="2147483650" r:id="Rd48603b686c74401"/>
    <p:sldLayoutId xmlns:r="http://schemas.openxmlformats.org/officeDocument/2006/relationships" id="2147483651" r:id="Rceb5a1992fec4d41"/>
    <p:sldLayoutId xmlns:r="http://schemas.openxmlformats.org/officeDocument/2006/relationships" id="2147483652" r:id="Rf449a0987c6a45a3"/>
    <p:sldLayoutId xmlns:r="http://schemas.openxmlformats.org/officeDocument/2006/relationships" id="2147483653" r:id="Rcee11616a04d4b32"/>
    <p:sldLayoutId xmlns:r="http://schemas.openxmlformats.org/officeDocument/2006/relationships" id="2147483654" r:id="R5c92a72efb14404d"/>
    <p:sldLayoutId xmlns:r="http://schemas.openxmlformats.org/officeDocument/2006/relationships" id="2147483655" r:id="R56078f13bad746e6"/>
    <p:sldLayoutId xmlns:r="http://schemas.openxmlformats.org/officeDocument/2006/relationships" id="2147483656" r:id="R62c814f79e67444c"/>
    <p:sldLayoutId xmlns:r="http://schemas.openxmlformats.org/officeDocument/2006/relationships" id="2147483657" r:id="Rab1d08b646154985"/>
    <p:sldLayoutId xmlns:r="http://schemas.openxmlformats.org/officeDocument/2006/relationships" id="2147483658" r:id="Rb9289c976e764f03"/>
    <p:sldLayoutId xmlns:r="http://schemas.openxmlformats.org/officeDocument/2006/relationships" id="2147483659" r:id="Rc6549994367c44bb"/>
    <p:sldLayoutId xmlns:r="http://schemas.openxmlformats.org/officeDocument/2006/relationships" id="2147483660" r:id="R7b7b021b1ffb49e5"/>
    <p:sldLayoutId xmlns:r="http://schemas.openxmlformats.org/officeDocument/2006/relationships" id="2147483661" r:id="Ra1f0c7f46b354dff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146530ba24113" /><Relationship Type="http://schemas.openxmlformats.org/officeDocument/2006/relationships/notesSlide" Target="/ppt/notesSlides/notesSlide1.xml" Id="Rafa918a3ec794d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5cbb9a09240c2" /><Relationship Type="http://schemas.openxmlformats.org/officeDocument/2006/relationships/notesSlide" Target="/ppt/notesSlides/notesSlide2.xml" Id="Rda9d7708b70949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f58a6a7cdaf4cbb" /><Relationship Type="http://schemas.openxmlformats.org/officeDocument/2006/relationships/notesSlide" Target="/ppt/notesSlides/notesSlide3.xml" Id="R76b541d6e1ea4f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0648be06d184aa2" /><Relationship Type="http://schemas.openxmlformats.org/officeDocument/2006/relationships/image" Target="/ppt/media/image9.png" Id="R8f102c89db7740c2" /><Relationship Type="http://schemas.openxmlformats.org/officeDocument/2006/relationships/notesSlide" Target="/ppt/notesSlides/notesSlide4.xml" Id="Rc24fd697bb9343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df287c35b354022" /><Relationship Type="http://schemas.openxmlformats.org/officeDocument/2006/relationships/notesSlide" Target="/ppt/notesSlides/notesSlide5.xml" Id="R7cb0b5194d7a43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73a0300cb5a42d5" /><Relationship Type="http://schemas.openxmlformats.org/officeDocument/2006/relationships/notesSlide" Target="/ppt/notesSlides/notesSlide6.xml" Id="R5444d8e47ce349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1e495f416514817" /><Relationship Type="http://schemas.openxmlformats.org/officeDocument/2006/relationships/image" Target="/ppt/media/image8.png" Id="Rd19b03d06d0f45ab" /><Relationship Type="http://schemas.openxmlformats.org/officeDocument/2006/relationships/notesSlide" Target="/ppt/notesSlides/notesSlide7.xml" Id="Recbc1a391e0d4c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65cdf8bbc444d05" /><Relationship Type="http://schemas.openxmlformats.org/officeDocument/2006/relationships/image" Target="/ppt/media/image10.png" Id="R1b5dcbb5c4684986" /><Relationship Type="http://schemas.openxmlformats.org/officeDocument/2006/relationships/notesSlide" Target="/ppt/notesSlides/notesSlide8.xml" Id="Rdd456d277f424f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5a1c9ffe44af1" /><Relationship Type="http://schemas.openxmlformats.org/officeDocument/2006/relationships/notesSlide" Target="/ppt/notesSlides/notesSlide9.xml" Id="Rf3c75dc9379d43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fc6fea4a65e4ac5" /><Relationship Type="http://schemas.openxmlformats.org/officeDocument/2006/relationships/notesSlide" Target="/ppt/notesSlides/notesSlide10.xml" Id="R8290e7a7826a4d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f618bea33654cf3" /><Relationship Type="http://schemas.openxmlformats.org/officeDocument/2006/relationships/notesSlide" Target="/ppt/notesSlides/notesSlide11.xml" Id="Rec01ec2610684a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f9d3202ac9741ec" /><Relationship Type="http://schemas.openxmlformats.org/officeDocument/2006/relationships/notesSlide" Target="/ppt/notesSlides/notesSlide12.xml" Id="R3211cb1452624e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92aae6ea50941cf" /><Relationship Type="http://schemas.openxmlformats.org/officeDocument/2006/relationships/image" Target="/ppt/media/image11.png" Id="R0969c2b6a9fe4b62" /><Relationship Type="http://schemas.openxmlformats.org/officeDocument/2006/relationships/notesSlide" Target="/ppt/notesSlides/notesSlide13.xml" Id="R1c6ee544235942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932f6080c9e466b" /><Relationship Type="http://schemas.openxmlformats.org/officeDocument/2006/relationships/image" Target="/ppt/media/image.svg" Id="Rfe6e6f6a55f7431a" /><Relationship Type="http://schemas.openxmlformats.org/officeDocument/2006/relationships/image" Target="/ppt/media/image.png" Id="Rd78e6d907e1e41f5" /><Relationship Type="http://schemas.openxmlformats.org/officeDocument/2006/relationships/notesSlide" Target="/ppt/notesSlides/notesSlide14.xml" Id="R739a2fe6c93448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96c92e4982b4aea" /><Relationship Type="http://schemas.openxmlformats.org/officeDocument/2006/relationships/notesSlide" Target="/ppt/notesSlides/notesSlide15.xml" Id="R3c9dbbebfdff41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601dc9ab45b4e7b" /><Relationship Type="http://schemas.openxmlformats.org/officeDocument/2006/relationships/notesSlide" Target="/ppt/notesSlides/notesSlide16.xml" Id="R64c3ed839030446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f2dde3fe0404982" /><Relationship Type="http://schemas.openxmlformats.org/officeDocument/2006/relationships/image" Target="/ppt/media/image12.png" Id="R4dc506fa9b9c4750" /><Relationship Type="http://schemas.openxmlformats.org/officeDocument/2006/relationships/notesSlide" Target="/ppt/notesSlides/notesSlide17.xml" Id="R4a972bff8df648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efbf682f99c4453" /><Relationship Type="http://schemas.openxmlformats.org/officeDocument/2006/relationships/hyperlink" Target="https://cabotage-lens.streamlit.app/" TargetMode="External" Id="Rb804031042a44869" /><Relationship Type="http://schemas.openxmlformats.org/officeDocument/2006/relationships/notesSlide" Target="/ppt/notesSlides/notesSlide18.xml" Id="R530566ab2bda49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5A845DEA-FD9E-D7FE-EC4A-206EC3F499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CabotageLens</a:t>
            </a:r>
          </a:p>
        </p:txBody>
      </p:sp>
      <p:sp>
        <p:nvSpPr>
          <p:cNvPr id="330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A3831C7E-C3BB-A08E-9357-B23405A850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82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/>
              <a:t>Comparação porta a porta de custo modelado e emissões TTW</a:t>
            </a:r>
          </a:p>
          <a:p xmlns:a="http://schemas.openxmlformats.org/drawingml/2006/main">
            <a:pPr marL="0" indent="0">
              <a:buNone/>
            </a:pPr>
            <a:r>
              <a:rPr sz="1200" b="1"/>
              <a:t>Estudo de caso: São Paulo, SP → Rio Branco, AC | Carga de 14 t</a:t>
            </a:r>
          </a:p>
        </p:txBody>
      </p:sp>
    </p:spTree>
    <p:extLst>
      <p:ext uri="{BB962C8B-B14F-4D97-AF65-F5344CB8AC3E}">
        <p14:creationId xmlns:p14="http://schemas.microsoft.com/office/powerpoint/2010/main" val="29671261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379B0F17-9831-4B2F-E16C-8A5ABAD70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888777"/>
            <a:ext cx="9144000" cy="104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−25,24% CO₂e</a:t>
            </a:r>
          </a:p>
        </p:txBody>
      </p:sp>
      <p:sp>
        <p:nvSpPr>
          <p:cNvPr id="484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FF4D0C3B-A4AC-5ACB-4B8C-71369E8743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1932477"/>
            <a:ext cx="9144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TTW: 3.041,62 kg no multimodal vs. 4.068,28 kg no rodoviário direto</a:t>
            </a:r>
          </a:p>
        </p:txBody>
      </p:sp>
      <p:sp>
        <p:nvSpPr>
          <p:cNvPr id="2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4EA4ADB3-921D-581F-92B6-1DAF9ACC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79924"/>
            <a:ext cx="9144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t>−43,84% no custo</a:t>
            </a:r>
          </a:p>
        </p:txBody>
      </p:sp>
      <p:sp>
        <p:nvSpPr>
          <p:cNvPr id="3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AD30427D-E948-9EFE-F7BC-0603E3F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3624"/>
            <a:ext cx="91440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R$ 6.918,66 vs. R$ 12.318,68 — custo modelado de combustível</a:t>
            </a:r>
          </a:p>
        </p:txBody>
      </p:sp>
    </p:spTree>
    <p:extLst>
      <p:ext uri="{BB962C8B-B14F-4D97-AF65-F5344CB8AC3E}">
        <p14:creationId xmlns:p14="http://schemas.microsoft.com/office/powerpoint/2010/main" val="11318763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ítulo 5">
            <a:extLst xmlns:a="http://schemas.openxmlformats.org/drawingml/2006/main">
              <a:ext uri="{FF2B5EF4-FFF2-40B4-BE49-F238E27FC236}">
                <a16:creationId xmlns:a16="http://schemas.microsoft.com/office/drawing/2014/main" id="{143373FB-FEF6-6C40-484D-6EA118157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pergunta é porta a porta</a:t>
            </a:r>
          </a:p>
        </p:txBody>
      </p:sp>
      <p:sp>
        <p:nvSpPr>
          <p:cNvPr id="7" name="Subtítulo 6">
            <a:extLst xmlns:a="http://schemas.openxmlformats.org/drawingml/2006/main">
              <a:ext uri="{FF2B5EF4-FFF2-40B4-BE49-F238E27FC236}">
                <a16:creationId xmlns:a16="http://schemas.microsoft.com/office/drawing/2014/main" id="{9A6C8322-8023-4406-8599-23B64BC1B0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429886"/>
            <a:ext cx="3549600" cy="31741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Como comparar o transporte rodoviário direto e a alternativa com cabotagem?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Três critérios:</a:t>
            </a:r>
          </a:p>
          <a:p xmlns:a="http://schemas.openxmlformats.org/drawingml/2006/main">
            <a:r>
              <a:rPr b="1"/>
              <a:t>• distância total;</a:t>
            </a:r>
          </a:p>
          <a:p xmlns:a="http://schemas.openxmlformats.org/drawingml/2006/main">
            <a:r>
              <a:rPr b="1"/>
              <a:t>• custo modelado de combustível;</a:t>
            </a:r>
          </a:p>
          <a:p xmlns:a="http://schemas.openxmlformats.org/drawingml/2006/main">
            <a:r>
              <a:rPr b="1"/>
              <a:t>• emissões operacionais TTW.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Contribuição: uma cadeia rastreável de dados, hipóteses e resultados.</a:t>
            </a:r>
          </a:p>
        </p:txBody>
      </p:sp>
    </p:spTree>
    <p:extLst>
      <p:ext uri="{BB962C8B-B14F-4D97-AF65-F5344CB8AC3E}">
        <p14:creationId xmlns:p14="http://schemas.microsoft.com/office/powerpoint/2010/main" val="5730134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5" name="Google Shape;515;p50">
            <a:extLst xmlns:a="http://schemas.openxmlformats.org/drawingml/2006/main">
              <a:ext uri="{FF2B5EF4-FFF2-40B4-BE49-F238E27FC236}">
                <a16:creationId xmlns:a16="http://schemas.microsoft.com/office/drawing/2014/main" id="{66D091F1-8AD9-FA68-25D0-F7570F24F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200" y="440283"/>
            <a:ext cx="4294800" cy="6472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Duas alternativas</a:t>
            </a:r>
          </a:p>
        </p:txBody>
      </p:sp>
      <p:pic>
        <p:nvPicPr>
          <p:cNvPr id="518" name="Imagem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02c89db7740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087582"/>
            <a:ext cx="9060666" cy="40559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569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Google Shape;508;p49">
            <a:extLst xmlns:a="http://schemas.openxmlformats.org/drawingml/2006/main">
              <a:ext uri="{FF2B5EF4-FFF2-40B4-BE49-F238E27FC236}">
                <a16:creationId xmlns:a16="http://schemas.microsoft.com/office/drawing/2014/main" id="{5E907FE9-9483-BB70-40AE-C0C91D932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Poppins"/>
                <a:ea typeface="Poppins"/>
                <a:cs typeface="Poppins"/>
              </a:rPr>
              <a:t>Caso São Paulo → Rio Branco</a:t>
            </a:r>
          </a:p>
        </p:txBody>
      </p:sp>
      <p:sp>
        <p:nvSpPr>
          <p:cNvPr id="509" name="Google Shape;509;p49">
            <a:extLst xmlns:a="http://schemas.openxmlformats.org/drawingml/2006/main">
              <a:ext uri="{FF2B5EF4-FFF2-40B4-BE49-F238E27FC236}">
                <a16:creationId xmlns:a16="http://schemas.microsoft.com/office/drawing/2014/main" id="{8C749584-FE45-7747-6327-031808C8F3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Origem: São Paulo, SP</a:t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Destino: Rio Branco, AC</a:t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Carga: 14 t</a:t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O usuário informa origem, destino e massa. O pipeline seleciona rotas, portos e dados para comparar as duas alternativas.</a:t>
            </a:r>
          </a:p>
        </p:txBody>
      </p:sp>
      <p:graphicFrame>
        <p:nvGraphicFramePr>
          <p:cNvPr id="513" name="Google Shape;336;p36"/>
          <p:cNvGraphicFramePr/>
          <p:nvPr/>
        </p:nvGraphicFramePr>
        <p:xfrm>
          <a:off xmlns:a="http://schemas.openxmlformats.org/drawingml/2006/main" x="879763" y="1980318"/>
          <a:ext xmlns:a="http://schemas.openxmlformats.org/drawingml/2006/main" cx="2604655" cy="144610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858982"/>
                <a:gridCol w="1745673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/>
                        <a:t>Valor do exemplo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Origem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São Paulo, SP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Destino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Rio Branco, AC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Carga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14 toneladas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526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Emissões TTW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O que entra na comparação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OpenRouteService para geocodificação e roteamento pela malha rodoviária.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Carga de 14 t → caminhão pesado 4, quatro eixos, rendimento de 2,30 km/L.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Diesel: 2,68 kg CO₂e/L.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VLSFO: 3,114 kg CO₂e/kg.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Escopo operacional TTW; não é WTW nem ACV.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Preços de diesel e VLSFO alimentam apenas o custo de combustível. Não representam frete, tarifa, contrato ou viabilidade comercial.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Rota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Veículo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Custo modelado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Mesmo caso, mesmos parâmetros e limites de interpretação.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Cálculo marítimo em seis etapas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Recortes de viagem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ANTAQ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Carga por trecho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Trabalho de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transporte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Intensidade por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IMO ou tipo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Filtro P95 e média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ponderada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Consumo, custo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TTW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b03d06d0f45a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Da viagem observada ao consumo, custo e emissões TTW.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3" name="Google Shape;363;p38">
            <a:extLst xmlns:a="http://schemas.openxmlformats.org/drawingml/2006/main">
              <a:ext uri="{FF2B5EF4-FFF2-40B4-BE49-F238E27FC236}">
                <a16:creationId xmlns:a16="http://schemas.microsoft.com/office/drawing/2014/main" id="{AD50AEB2-15F5-7F85-77B7-E29F81FF5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Rodoviário direto: 3.491,43 km</a:t>
            </a:r>
          </a:p>
        </p:txBody>
      </p:sp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58BFCA63-880F-7B07-EE2B-FFA392FDAA7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109675"/>
            <a:ext cx="4294800" cy="8967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Roteamento ORS: 3.491,431 km.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Consumo: 1.517,057 L de diesel.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O cálculo aplica rendimento de 2,30 km/L, preço médio de R$ 8,115/L e fator TTW de 2,68 kg CO₂e/L.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Verificação externa: Google Maps, 3.497 km — diferença de 0,16%.</a:t>
            </a:r>
          </a:p>
        </p:txBody>
      </p:sp>
      <p:graphicFrame>
        <p:nvGraphicFramePr>
          <p:cNvPr id="403" name="Google Shape;336;p36"/>
          <p:cNvGraphicFramePr/>
          <p:nvPr/>
        </p:nvGraphicFramePr>
        <p:xfrm>
          <a:off xmlns:a="http://schemas.openxmlformats.org/drawingml/2006/main" x="713225" y="4012718"/>
          <a:ext xmlns:a="http://schemas.openxmlformats.org/drawingml/2006/main" cx="2313709" cy="72305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845128"/>
                <a:gridCol w="1468581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Origem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São Paulo, SP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Destino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Rio Branco, AC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7" name="Google Shape;5129;p69">
            <a:extLst xmlns:a="http://schemas.openxmlformats.org/drawingml/2006/main">
              <a:ext uri="{FF2B5EF4-FFF2-40B4-BE49-F238E27FC236}">
                <a16:creationId xmlns:a16="http://schemas.microsoft.com/office/drawing/2014/main" id="{2F0EDB96-4576-B6C0-F0A6-E8E0522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6586" y="4000835"/>
            <a:ext cx="160411" cy="99295"/>
          </a:xfrm>
          <a:custGeom xmlns:a="http://schemas.openxmlformats.org/drawingml/2006/main">
            <a:rect l="l" t="t" r="r" b="b"/>
            <a:pathLst>
              <a:path w="9113" h="5641">
                <a:moveTo>
                  <a:pt x="4066" y="0"/>
                </a:moveTo>
                <a:cubicBezTo>
                  <a:pt x="2283" y="3"/>
                  <a:pt x="675" y="1081"/>
                  <a:pt x="0" y="2731"/>
                </a:cubicBezTo>
                <a:cubicBezTo>
                  <a:pt x="1527" y="2939"/>
                  <a:pt x="2912" y="3734"/>
                  <a:pt x="3861" y="4948"/>
                </a:cubicBezTo>
                <a:cubicBezTo>
                  <a:pt x="4331" y="4823"/>
                  <a:pt x="4810" y="4761"/>
                  <a:pt x="5287" y="4761"/>
                </a:cubicBezTo>
                <a:cubicBezTo>
                  <a:pt x="6338" y="4761"/>
                  <a:pt x="7378" y="5060"/>
                  <a:pt x="8281" y="5640"/>
                </a:cubicBezTo>
                <a:cubicBezTo>
                  <a:pt x="9112" y="2825"/>
                  <a:pt x="7002" y="0"/>
                  <a:pt x="4069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5130;p69">
            <a:extLst xmlns:a="http://schemas.openxmlformats.org/drawingml/2006/main">
              <a:ext uri="{FF2B5EF4-FFF2-40B4-BE49-F238E27FC236}">
                <a16:creationId xmlns:a16="http://schemas.microsoft.com/office/drawing/2014/main" id="{31E0EE52-FFE0-A870-A7F7-88A92691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1264" y="4065225"/>
            <a:ext cx="339253" cy="204259"/>
          </a:xfrm>
          <a:custGeom xmlns:a="http://schemas.openxmlformats.org/drawingml/2006/main">
            <a:rect l="l" t="t" r="r" b="b"/>
            <a:pathLst>
              <a:path w="19273" h="11604">
                <a:moveTo>
                  <a:pt x="8620" y="1"/>
                </a:moveTo>
                <a:cubicBezTo>
                  <a:pt x="8610" y="1"/>
                  <a:pt x="8599" y="1"/>
                  <a:pt x="8588" y="1"/>
                </a:cubicBezTo>
                <a:cubicBezTo>
                  <a:pt x="7468" y="4"/>
                  <a:pt x="6384" y="407"/>
                  <a:pt x="5535" y="1139"/>
                </a:cubicBezTo>
                <a:cubicBezTo>
                  <a:pt x="4818" y="1756"/>
                  <a:pt x="4288" y="2563"/>
                  <a:pt x="4005" y="3470"/>
                </a:cubicBezTo>
                <a:lnTo>
                  <a:pt x="3891" y="3470"/>
                </a:lnTo>
                <a:cubicBezTo>
                  <a:pt x="1747" y="3470"/>
                  <a:pt x="0" y="5295"/>
                  <a:pt x="0" y="7538"/>
                </a:cubicBezTo>
                <a:cubicBezTo>
                  <a:pt x="0" y="9781"/>
                  <a:pt x="1744" y="11603"/>
                  <a:pt x="3891" y="11603"/>
                </a:cubicBezTo>
                <a:lnTo>
                  <a:pt x="14798" y="11603"/>
                </a:lnTo>
                <a:cubicBezTo>
                  <a:pt x="17264" y="11603"/>
                  <a:pt x="19272" y="9504"/>
                  <a:pt x="19272" y="6924"/>
                </a:cubicBezTo>
                <a:cubicBezTo>
                  <a:pt x="19272" y="6044"/>
                  <a:pt x="19034" y="5180"/>
                  <a:pt x="18583" y="4427"/>
                </a:cubicBezTo>
                <a:cubicBezTo>
                  <a:pt x="18152" y="3705"/>
                  <a:pt x="17529" y="3118"/>
                  <a:pt x="16782" y="2726"/>
                </a:cubicBezTo>
                <a:cubicBezTo>
                  <a:pt x="16161" y="2403"/>
                  <a:pt x="15480" y="2241"/>
                  <a:pt x="14799" y="2241"/>
                </a:cubicBezTo>
                <a:cubicBezTo>
                  <a:pt x="14135" y="2241"/>
                  <a:pt x="13471" y="2394"/>
                  <a:pt x="12861" y="2702"/>
                </a:cubicBezTo>
                <a:cubicBezTo>
                  <a:pt x="12232" y="1443"/>
                  <a:pt x="11118" y="513"/>
                  <a:pt x="9784" y="157"/>
                </a:cubicBezTo>
                <a:cubicBezTo>
                  <a:pt x="9403" y="55"/>
                  <a:pt x="9013" y="1"/>
                  <a:pt x="8620" y="1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06" name="Conector de Seta Reta 9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3026934" y="4369790"/>
            <a:ext cx="788580" cy="445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966737F7-D1AA-C899-54FA-3C17FE9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514" y="4190997"/>
            <a:ext cx="1615898" cy="357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OpenRouteService</a:t>
            </a:r>
          </a:p>
        </p:txBody>
      </p:sp>
      <p:cxnSp>
        <p:nvCxnSpPr>
          <p:cNvPr id="408" name="Conector de Seta Reta 16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5431412" y="4367827"/>
            <a:ext cx="766718" cy="196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graphicFrame>
        <p:nvGraphicFramePr>
          <p:cNvPr id="409" name="Google Shape;336;p36"/>
          <p:cNvGraphicFramePr/>
          <p:nvPr/>
        </p:nvGraphicFramePr>
        <p:xfrm>
          <a:off xmlns:a="http://schemas.openxmlformats.org/drawingml/2006/main" x="6198130" y="4011913"/>
          <a:ext xmlns:a="http://schemas.openxmlformats.org/drawingml/2006/main" cx="1288470" cy="711828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1288470"/>
              </a:tblGrid>
              <a:tr h="355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Distância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355914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3.491,43 km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pic>
        <p:nvPicPr>
          <p:cNvPr id="410" name="Imagem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dcbb5c4684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8180" y="243173"/>
            <a:ext cx="3099058" cy="2157084"/>
          </a:xfrm>
          <a:prstGeom xmlns:a="http://schemas.openxmlformats.org/drawingml/2006/main" prst="rect">
            <a:avLst/>
          </a:prstGeom>
        </p:spPr>
      </p:pic>
      <p:sp>
        <p:nvSpPr>
          <p:cNvPr id="2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3130057A-CA14-ADB8-8A7D-AE816D66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180" y="0"/>
            <a:ext cx="3099058" cy="236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SzPts val="1100"/>
              <a:buFont typeface="Arial"/>
              <a:buNone/>
            </a:pPr>
            <a:r>
              <a:rPr sz="900" i="1">
                <a:latin typeface="Poppins"/>
                <a:ea typeface="Poppins"/>
                <a:cs typeface="Poppins"/>
              </a:rPr>
              <a:t>Fonte para comparação: Google Maps</a:t>
            </a:r>
          </a:p>
        </p:txBody>
      </p:sp>
    </p:spTree>
    <p:extLst>
      <p:ext uri="{BB962C8B-B14F-4D97-AF65-F5344CB8AC3E}">
        <p14:creationId xmlns:p14="http://schemas.microsoft.com/office/powerpoint/2010/main" val="35446453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5A53E0E0-F105-6832-637F-06FA86FED0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888777"/>
            <a:ext cx="9144000" cy="104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4.068,28 kg CO₂e</a:t>
            </a:r>
          </a:p>
        </p:txBody>
      </p:sp>
      <p:sp>
        <p:nvSpPr>
          <p:cNvPr id="484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10BD961C-884E-C2D8-AD80-F269D5B246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1932477"/>
            <a:ext cx="9144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Emissões operacionais TTW na alternativa rodoviária direta</a:t>
            </a:r>
          </a:p>
        </p:txBody>
      </p:sp>
      <p:sp>
        <p:nvSpPr>
          <p:cNvPr id="2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C8023766-BB7C-9245-8823-FF05C117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79924"/>
            <a:ext cx="9144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t>R$ 12.318,68</a:t>
            </a:r>
          </a:p>
        </p:txBody>
      </p:sp>
      <p:sp>
        <p:nvSpPr>
          <p:cNvPr id="3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979A3F84-A0F4-8630-684C-D8CACCBD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3624"/>
            <a:ext cx="91440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Custo modelado do combustível na alternativa rodoviária direta</a:t>
            </a:r>
          </a:p>
        </p:txBody>
      </p:sp>
    </p:spTree>
    <p:extLst>
      <p:ext uri="{BB962C8B-B14F-4D97-AF65-F5344CB8AC3E}">
        <p14:creationId xmlns:p14="http://schemas.microsoft.com/office/powerpoint/2010/main" val="28580469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ABD2B0DD-BDB1-6975-ACAA-9BB9D1E49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Portos e acessos terrestres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4902A740-86AA-99D6-F3C9-97CF36F313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207764" cy="27541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Pré-carriage — São Paulo → Porto de Santos: 86,170 km; 37,465 L; R$ 260,76; 100,41 kg CO₂e TTW. A origem está a 86 km do porto de embarque.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F4C3094B-2E25-BA11-F159-05030D0E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Portos selecionados por proximidade e serviço de cabotagem.</a:t>
            </a:r>
          </a:p>
        </p:txBody>
      </p:sp>
      <p:sp>
        <p:nvSpPr>
          <p:cNvPr id="17" name="Chave Esquerda 16">
            <a:extLst xmlns:a="http://schemas.openxmlformats.org/drawingml/2006/main">
              <a:ext uri="{FF2B5EF4-FFF2-40B4-BE49-F238E27FC236}">
                <a16:creationId xmlns:a16="http://schemas.microsoft.com/office/drawing/2014/main" id="{6CBBE765-9790-E86D-55C8-BB79A77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009" y="1555020"/>
            <a:ext cx="318654" cy="3210944"/>
          </a:xfrm>
          <a:prstGeom xmlns:a="http://schemas.openxmlformats.org/drawingml/2006/main" prst="leftBrace">
            <a:avLst/>
          </a:prstGeom>
          <a:ln xmlns:a="http://schemas.openxmlformats.org/drawingml/2006/main" w="2857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E3FD0E88-6DCC-BB3A-57FB-EF8D119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72" y="1555020"/>
            <a:ext cx="3616473" cy="292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100"/>
              <a:t>On-carriage — Porto de Manaus → Rio Branco: 1.403,691 km; 610,300 L; R$ 5.041,08; 1.635,60 kg CO₂e TTW. O último trecho rodoviário permanece material no balanço.</a:t>
            </a:r>
          </a:p>
        </p:txBody>
      </p:sp>
    </p:spTree>
    <p:extLst>
      <p:ext uri="{BB962C8B-B14F-4D97-AF65-F5344CB8AC3E}">
        <p14:creationId xmlns:p14="http://schemas.microsoft.com/office/powerpoint/2010/main" val="22241895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0F2E0901-C393-FA1A-D83B-D96664EE1B2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9999" y="1112200"/>
            <a:ext cx="7052401" cy="3611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SzPts val="1100"/>
              <a:buNone/>
            </a:pPr>
            <a:r>
              <a:t>• 89 recortes de viagem e 22 corredores observados entre Santos e Manaus.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• O P95 remove 2 recortes apenas do cálculo da distância: 87 recortes e 20 corredores.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• A intensidade de 9,009824 g/(t·nm) usa os 89 recortes.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rPr b="1"/>
              <a:t>• Há 1 subperna com Haversine fallback entre 391.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rPr b="1"/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rPr b="1"/>
              <a:t>O modelo representa todos os corredores observados; não uma única rota ou um único navio.</a:t>
            </a:r>
          </a:p>
        </p:txBody>
      </p:sp>
      <p:sp>
        <p:nvSpPr>
          <p:cNvPr id="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68207928-1D51-8633-A3D6-8A9A8174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39500"/>
            <a:ext cx="7468036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rPr sz="2800"/>
              <a:t>Evidência marítima observada</a:t>
            </a:r>
          </a:p>
        </p:txBody>
      </p:sp>
    </p:spTree>
    <p:extLst>
      <p:ext uri="{BB962C8B-B14F-4D97-AF65-F5344CB8AC3E}">
        <p14:creationId xmlns:p14="http://schemas.microsoft.com/office/powerpoint/2010/main" val="40936411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Portos sem dupla contagem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Movimentação do contêiner por RTGs e caminhões internos. Total: 4,820 L de diesel; R$ 34,25; 12,92 kg CO₂e TTW. Os proxies de terminal permanecem explícitos.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consumo do navio atracado está incorporado à intensidade operacional do EU MRV. Por isso, o hoteling não é somado novamente como parcela separada: a decisão evita dupla contagem.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Operações no terminal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Hoteling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Operação no terminal é explícita; hoteling já está na intensidade marítima.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m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9c2b6a9fe4b62"/>
          <a:stretch xmlns:a="http://schemas.openxmlformats.org/drawingml/2006/main"/>
        </p:blipFill>
        <p:spPr>
          <a:xfrm xmlns:a="http://schemas.openxmlformats.org/drawingml/2006/main">
            <a:off x="1321904" y="800100"/>
            <a:ext cx="6500191" cy="411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681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ráfico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e6d907e1e41f5">
            <a:extLst>
              <a:ext uri="{96DAC541-7B7A-43D3-8B79-37D633B846F1}">
                <asvg:svgBlip xmlns:asvg="http://schemas.microsoft.com/office/drawing/2016/SVG/main" r:embed="Rfe6e6f6a55f7431a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838200"/>
            <a:ext cx="8001000" cy="3562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7582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C8A75B6E-2731-5702-4908-D2F72B3D85A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1112200"/>
            <a:ext cx="6927710" cy="3611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SzPts val="1100"/>
              <a:buNone/>
            </a:pPr>
            <a:r>
              <a:t>Distância Santos → Manaus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6.094,975 km (3.291,023 nm)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Consumo de VLSFO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415,122 kg para 14 t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Resultado marítimo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R$ 1.582,57 de custo modelado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1.292,69 kg CO₂e TTW</a:t>
            </a:r>
          </a:p>
          <a:p xmlns:a="http://schemas.openxmlformats.org/drawingml/2006/main">
            <a:pPr marL="0" indent="0">
              <a:buSzPts val="1100"/>
              <a:buNone/>
            </a:pPr>
            <a:r>
              <a:t/>
            </a:r>
          </a:p>
          <a:p xmlns:a="http://schemas.openxmlformats.org/drawingml/2006/main">
            <a:pPr marL="0" indent="0">
              <a:buSzPts val="1100"/>
              <a:buNone/>
            </a:pPr>
            <a:r>
              <a:t>O efeito vem da intensidade por trabalho de transporte, não da distância isolada.</a:t>
            </a:r>
          </a:p>
        </p:txBody>
      </p:sp>
      <p:sp>
        <p:nvSpPr>
          <p:cNvPr id="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481E430A-729C-2293-E527-2F6B516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39500"/>
            <a:ext cx="7468036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rPr sz="2800"/>
              <a:t>A perna marítima no balanço</a:t>
            </a:r>
          </a:p>
        </p:txBody>
      </p:sp>
    </p:spTree>
    <p:extLst>
      <p:ext uri="{BB962C8B-B14F-4D97-AF65-F5344CB8AC3E}">
        <p14:creationId xmlns:p14="http://schemas.microsoft.com/office/powerpoint/2010/main" val="314893759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ítulo 5">
            <a:extLst xmlns:a="http://schemas.openxmlformats.org/drawingml/2006/main">
              <a:ext uri="{FF2B5EF4-FFF2-40B4-BE49-F238E27FC236}">
                <a16:creationId xmlns:a16="http://schemas.microsoft.com/office/drawing/2014/main" id="{143373FB-FEF6-6C40-484D-6EA118157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Validação e limites do caso</a:t>
            </a:r>
          </a:p>
        </p:txBody>
      </p:sp>
      <p:sp>
        <p:nvSpPr>
          <p:cNvPr id="7" name="Subtítulo 6">
            <a:extLst xmlns:a="http://schemas.openxmlformats.org/drawingml/2006/main">
              <a:ext uri="{FF2B5EF4-FFF2-40B4-BE49-F238E27FC236}">
                <a16:creationId xmlns:a16="http://schemas.microsoft.com/office/drawing/2014/main" id="{9A6C8322-8023-4406-8599-23B64BC1B0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429886"/>
            <a:ext cx="3549600" cy="31741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Verificação de rota: ORS 3.491,431 km vs. Google Maps 3.497 km — diferença de 0,16%.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Convergência externa: referência pública da Log-In é próxima para o total multimodal, mas não é equivalente ao percurso rodoviário.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Limites: TTW ≠ WTW/ACV; custo de combustível ≠ frete; um par origem–destino não sustenta generalização nacional.</a:t>
            </a:r>
          </a:p>
        </p:txBody>
      </p:sp>
    </p:spTree>
    <p:extLst>
      <p:ext uri="{BB962C8B-B14F-4D97-AF65-F5344CB8AC3E}">
        <p14:creationId xmlns:p14="http://schemas.microsoft.com/office/powerpoint/2010/main" val="57301342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A8A796-7948-6090-ABFB-D974EAB57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/>
              <a:t>Escala para múltiplos destinos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4A5F484E-65B3-DEA6-2B8A-07A1AB8BE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2673" y="2109663"/>
            <a:ext cx="4405352" cy="250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52400" indent="0">
              <a:buNone/>
            </a:pPr>
            <a:r>
              <a:t>Com origem fixa em São Paulo e carga de 14 t, o pipeline repete a comparação porta a porta para uma lista de cidades.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O mapa mostra onde a alternativa multimodal reduz mais o consumo e onde o rodoviário permanece vantajoso.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A visão amplia o caso sem transformar um único corredor em regra geral.</a:t>
            </a:r>
          </a:p>
        </p:txBody>
      </p:sp>
      <p:pic>
        <p:nvPicPr>
          <p:cNvPr id="15" name="Imagem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506fa9b9c4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3608" y="987538"/>
            <a:ext cx="3980392" cy="3817452"/>
          </a:xfrm>
          <a:prstGeom xmlns:a="http://schemas.openxmlformats.org/drawingml/2006/main" prst="rect">
            <a:avLst/>
          </a:prstGeom>
        </p:spPr>
      </p:pic>
      <p:sp>
        <p:nvSpPr>
          <p:cNvPr id="11" name="CaixaDeTexto 10">
            <a:extLst xmlns:a="http://schemas.openxmlformats.org/drawingml/2006/main">
              <a:ext uri="{FF2B5EF4-FFF2-40B4-BE49-F238E27FC236}">
                <a16:creationId xmlns:a16="http://schemas.microsoft.com/office/drawing/2014/main" id="{9A3FB5A9-060D-999A-E3E8-827E0D9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774" y="525873"/>
            <a:ext cx="325922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Verde:</a:t>
            </a:r>
            <a:r>
              <a:rPr sz="800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maior vantagem da alternativa multimodal </a:t>
            </a:r>
          </a:p>
          <a:p xmlns:a="http://schemas.openxmlformats.org/drawingml/2006/main">
            <a:pPr algn="r">
              <a:buNone/>
            </a:pPr>
            <a:r>
              <a:rPr sz="800" b="1">
                <a:solidFill>
                  <a:srgbClr val="FFC000"/>
                </a:solidFill>
                <a:latin typeface="Poppins"/>
                <a:ea typeface="Poppins"/>
                <a:cs typeface="Poppins"/>
              </a:rPr>
              <a:t>Amarelo:</a:t>
            </a:r>
            <a:r>
              <a:rPr sz="800">
                <a:solidFill>
                  <a:srgbClr val="FFC00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resultados semelhantes </a:t>
            </a:r>
          </a:p>
          <a:p xmlns:a="http://schemas.openxmlformats.org/drawingml/2006/main">
            <a:pPr algn="r">
              <a:buNone/>
            </a:pPr>
            <a:r>
              <a:rPr sz="800" b="1">
                <a:solidFill>
                  <a:srgbClr val="FF0000"/>
                </a:solidFill>
                <a:latin typeface="Poppins"/>
                <a:ea typeface="Poppins"/>
                <a:cs typeface="Poppins"/>
              </a:rPr>
              <a:t>Vermelho:</a:t>
            </a:r>
            <a:r>
              <a:rPr sz="800">
                <a:solidFill>
                  <a:srgbClr val="FF0000"/>
                </a:solidFill>
                <a:latin typeface="Poppins"/>
                <a:ea typeface="Poppins"/>
                <a:cs typeface="Poppins"/>
              </a:rPr>
              <a:t> </a:t>
            </a:r>
            <a:r>
              <a:rPr sz="800">
                <a:latin typeface="Poppins"/>
                <a:ea typeface="Poppins"/>
                <a:cs typeface="Poppins"/>
              </a:rPr>
              <a:t>maior vantagem da alternativa rodoviária direta</a:t>
            </a:r>
          </a:p>
        </p:txBody>
      </p:sp>
    </p:spTree>
    <p:extLst>
      <p:ext uri="{BB962C8B-B14F-4D97-AF65-F5344CB8AC3E}">
        <p14:creationId xmlns:p14="http://schemas.microsoft.com/office/powerpoint/2010/main" val="194767800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2CCD90A2-46E8-74C1-ED26-41A2D20EC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</p:spPr>
        <p:txBody>
          <a:bodyPr xmlns:a="http://schemas.openxmlformats.org/drawingml/2006/main" spcFirstLastPara="1" wrap="square" lIns="91425" tIns="91425" rIns="91425" bIns="91425" anchor="ctr">
            <a:normAutofit fontScale="97416"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Distância não basta</a:t>
            </a:r>
          </a:p>
        </p:txBody>
      </p:sp>
      <p:sp>
        <p:nvSpPr>
          <p:cNvPr id="336" name="Subtitle 2">
            <a:extLst xmlns:a="http://schemas.openxmlformats.org/drawingml/2006/main">
              <a:ext uri="{FF2B5EF4-FFF2-40B4-BE49-F238E27FC236}">
                <a16:creationId xmlns:a16="http://schemas.microsoft.com/office/drawing/2014/main" id="{95E2530D-0A5D-8C7C-FF84-CA82828DE1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 → Rio Branco: +117,24% distância; −43,84% custo modelado; −25,24% CO₂e TTW</a:t>
            </a:r>
          </a:p>
          <a:p xmlns:a="http://schemas.openxmlformats.org/drawingml/2006/main">
            <a:r>
              <a:rPr>
                <a:hlinkClick xmlns:r="http://schemas.openxmlformats.org/officeDocument/2006/relationships" r:id="Rb804031042a44869"/>
              </a:rPr>
              <a:t>cabotage-lens.streamlit.app</a:t>
            </a:r>
          </a:p>
        </p:txBody>
      </p:sp>
    </p:spTree>
    <p:extLst>
      <p:ext uri="{BB962C8B-B14F-4D97-AF65-F5344CB8AC3E}">
        <p14:creationId xmlns:p14="http://schemas.microsoft.com/office/powerpoint/2010/main" val="2952461991"/>
      </p:ext>
    </p:extLst>
  </p:cSld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2026-07-21T23:57:40.9910000Z</dcterms:created>
  <dcterms:modified xsi:type="dcterms:W3CDTF">2026-07-21T23:57:40.9910000Z</dcterms:modified>
</coreProperties>
</file>