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940e95458f4cf0" /><Relationship Type="http://schemas.openxmlformats.org/officeDocument/2006/relationships/extended-properties" Target="/docProps/app.xml" Id="R9e38b5c52c6240fc" /><Relationship Type="http://schemas.openxmlformats.org/officeDocument/2006/relationships/officeDocument" Target="/ppt/presentation.xml" Id="R87378b3159034424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788957dc1be1477f"/>
  </p:sldMasterIdLst>
  <p:notesMasterIdLst>
    <p:notesMasterId xmlns:r="http://schemas.openxmlformats.org/officeDocument/2006/relationships" r:id="Rde0668c2f7d4462f"/>
  </p:notesMasterIdLst>
  <p:sldIdLst>
    <p:sldId xmlns:r="http://schemas.openxmlformats.org/officeDocument/2006/relationships" id="256" r:id="R5c006a43aa074586"/>
    <p:sldId xmlns:r="http://schemas.openxmlformats.org/officeDocument/2006/relationships" id="257" r:id="Rd81e2e34434f490b"/>
    <p:sldId xmlns:r="http://schemas.openxmlformats.org/officeDocument/2006/relationships" id="258" r:id="R04f31d379dd5483e"/>
    <p:sldId xmlns:r="http://schemas.openxmlformats.org/officeDocument/2006/relationships" id="259" r:id="Rcbf2d41443664dea"/>
    <p:sldId xmlns:r="http://schemas.openxmlformats.org/officeDocument/2006/relationships" id="260" r:id="Rb068c23a04f14a6c"/>
    <p:sldId xmlns:r="http://schemas.openxmlformats.org/officeDocument/2006/relationships" id="261" r:id="R18d9561544684be3"/>
    <p:sldId xmlns:r="http://schemas.openxmlformats.org/officeDocument/2006/relationships" id="262" r:id="R147e2b1bf55e4d0f"/>
    <p:sldId xmlns:r="http://schemas.openxmlformats.org/officeDocument/2006/relationships" id="263" r:id="Rf3ac8d5fbd824505"/>
    <p:sldId xmlns:r="http://schemas.openxmlformats.org/officeDocument/2006/relationships" id="264" r:id="R7103d5aff869462b"/>
    <p:sldId xmlns:r="http://schemas.openxmlformats.org/officeDocument/2006/relationships" id="265" r:id="R22b62deb2f63460e"/>
    <p:sldId xmlns:r="http://schemas.openxmlformats.org/officeDocument/2006/relationships" id="266" r:id="R04524399e61d4ee3"/>
    <p:sldId xmlns:r="http://schemas.openxmlformats.org/officeDocument/2006/relationships" id="267" r:id="Re88e74de1c634dd9"/>
    <p:sldId xmlns:r="http://schemas.openxmlformats.org/officeDocument/2006/relationships" id="268" r:id="R38f897718f7c4b3c"/>
    <p:sldId xmlns:r="http://schemas.openxmlformats.org/officeDocument/2006/relationships" id="269" r:id="R80999f70e0304568"/>
    <p:sldId xmlns:r="http://schemas.openxmlformats.org/officeDocument/2006/relationships" id="270" r:id="R40e8457f22854e0a"/>
    <p:sldId xmlns:r="http://schemas.openxmlformats.org/officeDocument/2006/relationships" id="271" r:id="Rea2607c750804c18"/>
    <p:sldId xmlns:r="http://schemas.openxmlformats.org/officeDocument/2006/relationships" id="272" r:id="Rf7ac7e15ad344cf5"/>
    <p:sldId xmlns:r="http://schemas.openxmlformats.org/officeDocument/2006/relationships" id="273" r:id="Rad7ddb20be0b4b34"/>
    <p:sldId xmlns:r="http://schemas.openxmlformats.org/officeDocument/2006/relationships" id="274" r:id="R7d2937ca7209493c"/>
    <p:sldId xmlns:r="http://schemas.openxmlformats.org/officeDocument/2006/relationships" id="275" r:id="R247ac4b5573b460c"/>
    <p:sldId xmlns:r="http://schemas.openxmlformats.org/officeDocument/2006/relationships" id="276" r:id="R4d64e4b55bf541ae"/>
  </p:sldIdLst>
  <p:sldSz cx="9144000" cy="5143500"/>
  <p:notesSz cx="6858000" cy="9144000"/>
  <p:embeddedFontLst>
    <p:embeddedFont>
      <p:font typeface="Anaheim"/>
      <p:regular xmlns:r="http://schemas.openxmlformats.org/officeDocument/2006/relationships" r:id="Ra240ad959cac4d0b"/>
      <p:bold xmlns:r="http://schemas.openxmlformats.org/officeDocument/2006/relationships" r:id="Rfa1c06d0e1eb41b4"/>
    </p:embeddedFont>
    <p:embeddedFont>
      <p:font typeface="Cambria Math"/>
      <p:regular xmlns:r="http://schemas.openxmlformats.org/officeDocument/2006/relationships" r:id="R5663d942e9e540c4"/>
    </p:embeddedFont>
    <p:embeddedFont>
      <p:font typeface="Nunito Light"/>
      <p:regular xmlns:r="http://schemas.openxmlformats.org/officeDocument/2006/relationships" r:id="Rd9812986096d4f0a"/>
      <p:italic xmlns:r="http://schemas.openxmlformats.org/officeDocument/2006/relationships" r:id="Rc64c5ce96d0f49ce"/>
    </p:embeddedFont>
    <p:embeddedFont>
      <p:font typeface="Poppins"/>
      <p:regular xmlns:r="http://schemas.openxmlformats.org/officeDocument/2006/relationships" r:id="R5bdbf2359abb4422"/>
      <p:bold xmlns:r="http://schemas.openxmlformats.org/officeDocument/2006/relationships" r:id="R10f03b08689c4308"/>
      <p:italic xmlns:r="http://schemas.openxmlformats.org/officeDocument/2006/relationships" r:id="R219efaa698ea42c9"/>
      <p:boldItalic xmlns:r="http://schemas.openxmlformats.org/officeDocument/2006/relationships" r:id="R6c069a8598414a1b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F3E31DBF-9C51-4A74-9153-B9460B38124B}">
  <a:tblStyle styleId="{F3E31DBF-9C51-4A74-9153-B9460B3812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EDEAD7-B31A-4875-943C-D064B1FDED3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7c5267507148e6" /><Relationship Type="http://schemas.openxmlformats.org/officeDocument/2006/relationships/slideMaster" Target="/ppt/slideMasters/slideMaster1.xml" Id="R788957dc1be1477f" /><Relationship Type="http://schemas.openxmlformats.org/officeDocument/2006/relationships/notesMaster" Target="/ppt/notesMasters/notesMaster1.xml" Id="Rde0668c2f7d4462f" /><Relationship Type="http://schemas.openxmlformats.org/officeDocument/2006/relationships/presProps" Target="/ppt/presProps.xml" Id="Rbdf7c5d09c384532" /><Relationship Type="http://schemas.openxmlformats.org/officeDocument/2006/relationships/viewProps" Target="/ppt/viewProps.xml" Id="Ra1602d9f91b24e39" /><Relationship Type="http://schemas.openxmlformats.org/officeDocument/2006/relationships/tableStyles" Target="/ppt/tableStyles.xml" Id="R33bbbd84df784a41" /><Relationship Type="http://schemas.openxmlformats.org/officeDocument/2006/relationships/font" Target="/ppt/fonts/font.dat" Id="Ra240ad959cac4d0b" /><Relationship Type="http://schemas.openxmlformats.org/officeDocument/2006/relationships/font" Target="/ppt/fonts/font2.dat" Id="Rfa1c06d0e1eb41b4" /><Relationship Type="http://schemas.openxmlformats.org/officeDocument/2006/relationships/font" Target="/ppt/fonts/font3.dat" Id="R5663d942e9e540c4" /><Relationship Type="http://schemas.openxmlformats.org/officeDocument/2006/relationships/font" Target="/ppt/fonts/font4.dat" Id="Rd9812986096d4f0a" /><Relationship Type="http://schemas.openxmlformats.org/officeDocument/2006/relationships/font" Target="/ppt/fonts/font5.dat" Id="Rc64c5ce96d0f49ce" /><Relationship Type="http://schemas.openxmlformats.org/officeDocument/2006/relationships/font" Target="/ppt/fonts/font6.dat" Id="R5bdbf2359abb4422" /><Relationship Type="http://schemas.openxmlformats.org/officeDocument/2006/relationships/font" Target="/ppt/fonts/font7.dat" Id="R10f03b08689c4308" /><Relationship Type="http://schemas.openxmlformats.org/officeDocument/2006/relationships/font" Target="/ppt/fonts/font8.dat" Id="R219efaa698ea42c9" /><Relationship Type="http://schemas.openxmlformats.org/officeDocument/2006/relationships/font" Target="/ppt/fonts/font9.dat" Id="R6c069a8598414a1b" /><Relationship Type="http://schemas.openxmlformats.org/officeDocument/2006/relationships/slide" Target="/ppt/slides/slide1.xml" Id="R5c006a43aa074586" /><Relationship Type="http://schemas.openxmlformats.org/officeDocument/2006/relationships/slide" Target="/ppt/slides/slide2.xml" Id="Rd81e2e34434f490b" /><Relationship Type="http://schemas.openxmlformats.org/officeDocument/2006/relationships/slide" Target="/ppt/slides/slide3.xml" Id="R04f31d379dd5483e" /><Relationship Type="http://schemas.openxmlformats.org/officeDocument/2006/relationships/slide" Target="/ppt/slides/slide4.xml" Id="Rcbf2d41443664dea" /><Relationship Type="http://schemas.openxmlformats.org/officeDocument/2006/relationships/slide" Target="/ppt/slides/slide5.xml" Id="Rb068c23a04f14a6c" /><Relationship Type="http://schemas.openxmlformats.org/officeDocument/2006/relationships/slide" Target="/ppt/slides/slide6.xml" Id="R18d9561544684be3" /><Relationship Type="http://schemas.openxmlformats.org/officeDocument/2006/relationships/slide" Target="/ppt/slides/slide7.xml" Id="R147e2b1bf55e4d0f" /><Relationship Type="http://schemas.openxmlformats.org/officeDocument/2006/relationships/slide" Target="/ppt/slides/slide8.xml" Id="Rf3ac8d5fbd824505" /><Relationship Type="http://schemas.openxmlformats.org/officeDocument/2006/relationships/slide" Target="/ppt/slides/slide9.xml" Id="R7103d5aff869462b" /><Relationship Type="http://schemas.openxmlformats.org/officeDocument/2006/relationships/slide" Target="/ppt/slides/slide10.xml" Id="R22b62deb2f63460e" /><Relationship Type="http://schemas.openxmlformats.org/officeDocument/2006/relationships/slide" Target="/ppt/slides/slide11.xml" Id="R04524399e61d4ee3" /><Relationship Type="http://schemas.openxmlformats.org/officeDocument/2006/relationships/slide" Target="/ppt/slides/slide12.xml" Id="Re88e74de1c634dd9" /><Relationship Type="http://schemas.openxmlformats.org/officeDocument/2006/relationships/slide" Target="/ppt/slides/slide13.xml" Id="R38f897718f7c4b3c" /><Relationship Type="http://schemas.openxmlformats.org/officeDocument/2006/relationships/slide" Target="/ppt/slides/slide14.xml" Id="R80999f70e0304568" /><Relationship Type="http://schemas.openxmlformats.org/officeDocument/2006/relationships/slide" Target="/ppt/slides/slide15.xml" Id="R40e8457f22854e0a" /><Relationship Type="http://schemas.openxmlformats.org/officeDocument/2006/relationships/slide" Target="/ppt/slides/slide16.xml" Id="Rea2607c750804c18" /><Relationship Type="http://schemas.openxmlformats.org/officeDocument/2006/relationships/slide" Target="/ppt/slides/slide17.xml" Id="Rf7ac7e15ad344cf5" /><Relationship Type="http://schemas.openxmlformats.org/officeDocument/2006/relationships/slide" Target="/ppt/slides/slide18.xml" Id="Rad7ddb20be0b4b34" /><Relationship Type="http://schemas.openxmlformats.org/officeDocument/2006/relationships/slide" Target="/ppt/slides/slide19.xml" Id="R7d2937ca7209493c" /><Relationship Type="http://schemas.openxmlformats.org/officeDocument/2006/relationships/slide" Target="/ppt/slides/slide20.xml" Id="R247ac4b5573b460c" /><Relationship Type="http://schemas.openxmlformats.org/officeDocument/2006/relationships/slide" Target="/ppt/slides/slide21.xml" Id="R4d64e4b55bf541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e1dee7227945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413d5d13984ff7" /><Relationship Type="http://schemas.openxmlformats.org/officeDocument/2006/relationships/notesMaster" Target="/ppt/notesMasters/notesMaster1.xml" Id="Rd156c08f503d4d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79f6c936494150" /><Relationship Type="http://schemas.openxmlformats.org/officeDocument/2006/relationships/notesMaster" Target="/ppt/notesMasters/notesMaster1.xml" Id="R89f321cc9c5c40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00ba406dac4b85" /><Relationship Type="http://schemas.openxmlformats.org/officeDocument/2006/relationships/notesMaster" Target="/ppt/notesMasters/notesMaster1.xml" Id="Rf07d546e18004f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4195ba8c1e4958" /><Relationship Type="http://schemas.openxmlformats.org/officeDocument/2006/relationships/notesMaster" Target="/ppt/notesMasters/notesMaster1.xml" Id="R2adea7aa7b0a44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5710a142984be9" /><Relationship Type="http://schemas.openxmlformats.org/officeDocument/2006/relationships/notesMaster" Target="/ppt/notesMasters/notesMaster1.xml" Id="Rb73f334944424d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255f3183f04532" /><Relationship Type="http://schemas.openxmlformats.org/officeDocument/2006/relationships/notesMaster" Target="/ppt/notesMasters/notesMaster1.xml" Id="R838ccd01420246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372be58ffc437d" /><Relationship Type="http://schemas.openxmlformats.org/officeDocument/2006/relationships/notesMaster" Target="/ppt/notesMasters/notesMaster1.xml" Id="Ra0dd27cce5504c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19c2cabe854032" /><Relationship Type="http://schemas.openxmlformats.org/officeDocument/2006/relationships/notesMaster" Target="/ppt/notesMasters/notesMaster1.xml" Id="R170d279aae244b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d9227a7f614636" /><Relationship Type="http://schemas.openxmlformats.org/officeDocument/2006/relationships/notesMaster" Target="/ppt/notesMasters/notesMaster1.xml" Id="Re1e90c7ef1cb43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6340951777402f" /><Relationship Type="http://schemas.openxmlformats.org/officeDocument/2006/relationships/notesMaster" Target="/ppt/notesMasters/notesMaster1.xml" Id="R4136afde232245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e515be87824a80" /><Relationship Type="http://schemas.openxmlformats.org/officeDocument/2006/relationships/notesMaster" Target="/ppt/notesMasters/notesMaster1.xml" Id="R7d387fcfa8db45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34fd1988ba4edb" /><Relationship Type="http://schemas.openxmlformats.org/officeDocument/2006/relationships/notesMaster" Target="/ppt/notesMasters/notesMaster1.xml" Id="R115d91d26ada41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e13a7e685c4afa" /><Relationship Type="http://schemas.openxmlformats.org/officeDocument/2006/relationships/notesMaster" Target="/ppt/notesMasters/notesMaster1.xml" Id="R7ccbbc590c1b44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4f935f035543c7" /><Relationship Type="http://schemas.openxmlformats.org/officeDocument/2006/relationships/notesMaster" Target="/ppt/notesMasters/notesMaster1.xml" Id="Rabcd7e28cfbe4d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4d536196f644f3" /><Relationship Type="http://schemas.openxmlformats.org/officeDocument/2006/relationships/notesMaster" Target="/ppt/notesMasters/notesMaster1.xml" Id="R70e005867e4a488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ffeb3f18c5451c" /><Relationship Type="http://schemas.openxmlformats.org/officeDocument/2006/relationships/notesMaster" Target="/ppt/notesMasters/notesMaster1.xml" Id="Rb68a253580cc47c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035fc550ec4451" /><Relationship Type="http://schemas.openxmlformats.org/officeDocument/2006/relationships/notesMaster" Target="/ppt/notesMasters/notesMaster1.xml" Id="R896a0490c2c943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d4af1b25e74fa5" /><Relationship Type="http://schemas.openxmlformats.org/officeDocument/2006/relationships/notesMaster" Target="/ppt/notesMasters/notesMaster1.xml" Id="R3140cc6e8262459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4cb692709fd4873" /><Relationship Type="http://schemas.openxmlformats.org/officeDocument/2006/relationships/notesMaster" Target="/ppt/notesMasters/notesMaster1.xml" Id="R9ed2fe12afec42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753eba914584d70" /><Relationship Type="http://schemas.openxmlformats.org/officeDocument/2006/relationships/notesMaster" Target="/ppt/notesMasters/notesMaster1.xml" Id="R32b32a0457a2491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b3f39466a9142b3" /><Relationship Type="http://schemas.openxmlformats.org/officeDocument/2006/relationships/notesMaster" Target="/ppt/notesMasters/notesMaster1.xml" Id="R7c0cdf874f6d42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802ea5df2d4787" /><Relationship Type="http://schemas.openxmlformats.org/officeDocument/2006/relationships/image" Target="/ppt/media/image.png" Id="Rc135c9daf3064fc6" /><Relationship Type="http://schemas.openxmlformats.org/officeDocument/2006/relationships/image" Target="/ppt/media/image2.png" Id="R667d3df5a322412c" /><Relationship Type="http://schemas.openxmlformats.org/officeDocument/2006/relationships/image" Target="/ppt/media/image3.png" Id="R8fd95186700342e8" /><Relationship Type="http://schemas.openxmlformats.org/officeDocument/2006/relationships/image" Target="/ppt/media/image4.png" Id="R6a15c3c0e5534726" /><Relationship Type="http://schemas.openxmlformats.org/officeDocument/2006/relationships/image" Target="/ppt/media/image5.png" Id="R8b0185a7d52c47e6" /><Relationship Type="http://schemas.openxmlformats.org/officeDocument/2006/relationships/image" Target="/ppt/media/image6.png" Id="Ra6d8081867c346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4fcb2200604244" /><Relationship Type="http://schemas.openxmlformats.org/officeDocument/2006/relationships/image" Target="/ppt/media/image.png" Id="R2d64b224c0264379" /><Relationship Type="http://schemas.openxmlformats.org/officeDocument/2006/relationships/image" Target="/ppt/media/image5.png" Id="Rf11bf63bbbf045e9" /><Relationship Type="http://schemas.openxmlformats.org/officeDocument/2006/relationships/image" Target="/ppt/media/image7.png" Id="R0acffa3f2ae54fe8" /><Relationship Type="http://schemas.openxmlformats.org/officeDocument/2006/relationships/image" Target="/ppt/media/image4.png" Id="Rd95620dea25544c1" /><Relationship Type="http://schemas.openxmlformats.org/officeDocument/2006/relationships/image" Target="/ppt/media/image3.png" Id="Rb86fa6af1ac544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af7023605a48dc" /><Relationship Type="http://schemas.openxmlformats.org/officeDocument/2006/relationships/image" Target="/ppt/media/image.png" Id="R96f7738373d44d45" /><Relationship Type="http://schemas.openxmlformats.org/officeDocument/2006/relationships/image" Target="/ppt/media/image8.png" Id="R317e39b257d34efa" /><Relationship Type="http://schemas.openxmlformats.org/officeDocument/2006/relationships/image" Target="/ppt/media/image6.png" Id="R1083b454e1e246ef" /><Relationship Type="http://schemas.openxmlformats.org/officeDocument/2006/relationships/image" Target="/ppt/media/image2.png" Id="R7ca62d805f0442dd" /><Relationship Type="http://schemas.openxmlformats.org/officeDocument/2006/relationships/image" Target="/ppt/media/image3.png" Id="R2a9940ce33aa4b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6356c9fb841af" /><Relationship Type="http://schemas.openxmlformats.org/officeDocument/2006/relationships/image" Target="/ppt/media/image.png" Id="R04c913b53610479c" /><Relationship Type="http://schemas.openxmlformats.org/officeDocument/2006/relationships/image" Target="/ppt/media/image5.png" Id="R8ccaa446d82a4fa6" /><Relationship Type="http://schemas.openxmlformats.org/officeDocument/2006/relationships/image" Target="/ppt/media/image6.png" Id="Rb1ff12bb0f89450a" /><Relationship Type="http://schemas.openxmlformats.org/officeDocument/2006/relationships/image" Target="/ppt/media/image2.png" Id="R57d5e5b44c9d4727" /><Relationship Type="http://schemas.openxmlformats.org/officeDocument/2006/relationships/image" Target="/ppt/media/image3.png" Id="R318bbcc7bfeb42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ed32f844540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84f0d5f844274" /><Relationship Type="http://schemas.openxmlformats.org/officeDocument/2006/relationships/image" Target="/ppt/media/image.png" Id="Rf5d6d71e3e564115" /><Relationship Type="http://schemas.openxmlformats.org/officeDocument/2006/relationships/image" Target="/ppt/media/image8.png" Id="R12e36812bc304976" /><Relationship Type="http://schemas.openxmlformats.org/officeDocument/2006/relationships/image" Target="/ppt/media/image5.png" Id="R23624440b2074824" /><Relationship Type="http://schemas.openxmlformats.org/officeDocument/2006/relationships/image" Target="/ppt/media/image6.png" Id="R1608e24944624346" /><Relationship Type="http://schemas.openxmlformats.org/officeDocument/2006/relationships/image" Target="/ppt/media/image2.png" Id="Rf8606264cdb14527" /><Relationship Type="http://schemas.openxmlformats.org/officeDocument/2006/relationships/image" Target="/ppt/media/image3.png" Id="Rbea2a440c9044b6b" /><Relationship Type="http://schemas.openxmlformats.org/officeDocument/2006/relationships/image" Target="/ppt/media/image4.png" Id="R7977dff67a41456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d122fc5e54b3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a2639c5154d94" /><Relationship Type="http://schemas.openxmlformats.org/officeDocument/2006/relationships/image" Target="/ppt/media/image.png" Id="Rf28efae829424ee3" /><Relationship Type="http://schemas.openxmlformats.org/officeDocument/2006/relationships/image" Target="/ppt/media/image8.png" Id="Rf7ae3c75d249491e" /><Relationship Type="http://schemas.openxmlformats.org/officeDocument/2006/relationships/image" Target="/ppt/media/image6.png" Id="R4953c0d2fe79418b" /><Relationship Type="http://schemas.openxmlformats.org/officeDocument/2006/relationships/image" Target="/ppt/media/image2.png" Id="R99bbd6b91c7647c1" /><Relationship Type="http://schemas.openxmlformats.org/officeDocument/2006/relationships/image" Target="/ppt/media/image3.png" Id="R27b2d74bd9f84f3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c880d444b4ba9" /><Relationship Type="http://schemas.openxmlformats.org/officeDocument/2006/relationships/image" Target="/ppt/media/image.png" Id="Re8214eafba354a44" /><Relationship Type="http://schemas.openxmlformats.org/officeDocument/2006/relationships/image" Target="/ppt/media/image5.png" Id="R13bf53e6ba31497d" /><Relationship Type="http://schemas.openxmlformats.org/officeDocument/2006/relationships/image" Target="/ppt/media/image7.png" Id="Rd053b2ac245c4f24" /><Relationship Type="http://schemas.openxmlformats.org/officeDocument/2006/relationships/image" Target="/ppt/media/image4.png" Id="R632f7c1691ca4be3" /><Relationship Type="http://schemas.openxmlformats.org/officeDocument/2006/relationships/image" Target="/ppt/media/image3.png" Id="Rc67986c9296545b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c847927db48e8" /><Relationship Type="http://schemas.openxmlformats.org/officeDocument/2006/relationships/image" Target="/ppt/media/image.png" Id="Rf4707463233f416b" /><Relationship Type="http://schemas.openxmlformats.org/officeDocument/2006/relationships/image" Target="/ppt/media/image5.png" Id="R284301b2583940b0" /><Relationship Type="http://schemas.openxmlformats.org/officeDocument/2006/relationships/image" Target="/ppt/media/image6.png" Id="R9530d2b4275d44ac" /><Relationship Type="http://schemas.openxmlformats.org/officeDocument/2006/relationships/image" Target="/ppt/media/image2.png" Id="Re1dbf124b25846c9" /><Relationship Type="http://schemas.openxmlformats.org/officeDocument/2006/relationships/image" Target="/ppt/media/image3.png" Id="R5c987492f31f4f3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807b47e58f4798" /><Relationship Type="http://schemas.openxmlformats.org/officeDocument/2006/relationships/image" Target="/ppt/media/image.png" Id="Rb0d18b4d1ce541fc" /><Relationship Type="http://schemas.openxmlformats.org/officeDocument/2006/relationships/image" Target="/ppt/media/image4.png" Id="R79073c5dd6a748ec" /><Relationship Type="http://schemas.openxmlformats.org/officeDocument/2006/relationships/image" Target="/ppt/media/image3.png" Id="R4802fa5becf74967" /><Relationship Type="http://schemas.openxmlformats.org/officeDocument/2006/relationships/image" Target="/ppt/media/image8.png" Id="R8c0b74809b0c4c85" /><Relationship Type="http://schemas.openxmlformats.org/officeDocument/2006/relationships/image" Target="/ppt/media/image5.png" Id="R6c1f65ae4d584e9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18ae0c3b84814" /><Relationship Type="http://schemas.openxmlformats.org/officeDocument/2006/relationships/image" Target="/ppt/media/image.png" Id="Ree7e62d2f70a4c74" /><Relationship Type="http://schemas.openxmlformats.org/officeDocument/2006/relationships/image" Target="/ppt/media/image7.png" Id="R1d9a495942ef4899" /><Relationship Type="http://schemas.openxmlformats.org/officeDocument/2006/relationships/image" Target="/ppt/media/image5.png" Id="Ra4e9526300c14794" /><Relationship Type="http://schemas.openxmlformats.org/officeDocument/2006/relationships/image" Target="/ppt/media/image3.png" Id="R3532dbcbc34549f8" /><Relationship Type="http://schemas.openxmlformats.org/officeDocument/2006/relationships/image" Target="/ppt/media/image4.png" Id="R75b19fae19a744e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52d0cba59848d8" /><Relationship Type="http://schemas.openxmlformats.org/officeDocument/2006/relationships/image" Target="/ppt/media/image.png" Id="R5fccaa0c69d847b0" /><Relationship Type="http://schemas.openxmlformats.org/officeDocument/2006/relationships/image" Target="/ppt/media/image4.png" Id="Rd62f99b248a44a05" /><Relationship Type="http://schemas.openxmlformats.org/officeDocument/2006/relationships/image" Target="/ppt/media/image3.png" Id="R0d117705c6a74ab0" /><Relationship Type="http://schemas.openxmlformats.org/officeDocument/2006/relationships/image" Target="/ppt/media/image5.png" Id="Raa6ab7f8c73c4742" /><Relationship Type="http://schemas.openxmlformats.org/officeDocument/2006/relationships/image" Target="/ppt/media/image6.png" Id="R8ce017e75695483a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Google Shape;9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5c9daf3064fc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528F1E7E-241C-4A4A-A039-0DA10DB3E95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72300" y="1482800"/>
            <a:ext cx="7199400" cy="14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CA76781E-321D-4E84-A53B-7946C2A669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2300" y="3239202"/>
            <a:ext cx="7199400" cy="42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  <p:pic>
        <p:nvPicPr>
          <p:cNvPr id="22" name="Google Shape;14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d3df5a322412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2641212" y="4619119"/>
            <a:ext cx="6515501" cy="529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" name="Google Shape;15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95186700342e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307888" y="4849412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" name="Google Shape;17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5c3c0e553472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6825" y="1613"/>
            <a:ext cx="6523526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" name="Google Shape;18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95186700342e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8300" y="24821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" name="Google Shape;20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185a7d52c47e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899269" y="-740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" name="Google Shape;21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8081867c3462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6819" y="389935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" name="Google Shape;57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4b224c026437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8" name="Google Shape;58;p7">
            <a:extLst xmlns:a="http://schemas.openxmlformats.org/drawingml/2006/main">
              <a:ext uri="{FF2B5EF4-FFF2-40B4-BE49-F238E27FC236}">
                <a16:creationId xmlns:a16="http://schemas.microsoft.com/office/drawing/2014/main" id="{EFC47785-8899-474F-B2BA-912A9D62AD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987538"/>
            <a:ext cx="4294800" cy="106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7">
            <a:extLst xmlns:a="http://schemas.openxmlformats.org/drawingml/2006/main">
              <a:ext uri="{FF2B5EF4-FFF2-40B4-BE49-F238E27FC236}">
                <a16:creationId xmlns:a16="http://schemas.microsoft.com/office/drawing/2014/main" id="{81392D12-D66F-4DF3-9781-F244903B0F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2109663"/>
            <a:ext cx="4294800" cy="25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 xmlns:a="http://schemas.openxmlformats.org/drawingml/2006/main"/>
        </p:txBody>
      </p:sp>
      <p:sp>
        <p:nvSpPr>
          <p:cNvPr id="60" name="Google Shape;60;p7">
            <a:extLst xmlns:a="http://schemas.openxmlformats.org/drawingml/2006/main">
              <a:ext uri="{FF2B5EF4-FFF2-40B4-BE49-F238E27FC236}">
                <a16:creationId xmlns:a16="http://schemas.microsoft.com/office/drawing/2014/main" id="{58B3B346-D499-4846-ACDC-76BCE0396D6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643775" y="539500"/>
            <a:ext cx="2787000" cy="4064400"/>
          </a:xfrm>
          <a:prstGeom xmlns:a="http://schemas.openxmlformats.org/drawingml/2006/main" prst="round2DiagRect">
            <a:avLst>
              <a:gd name="adj1" fmla="val 16667"/>
              <a:gd name="adj2" fmla="val 0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Google Shape;61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bf63bbbf045e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 flipH="1">
            <a:off x="-25" y="4170725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1" name="Google Shape;62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cffa3f2ae54fe8">
            <a:alphaModFix/>
          </a:blip>
          <a:srcRect xmlns:a="http://schemas.openxmlformats.org/drawingml/2006/main" l="0" t="130" r="0" b="130"/>
          <a:stretch xmlns:a="http://schemas.openxmlformats.org/drawingml/2006/main"/>
        </p:blipFill>
        <p:spPr>
          <a:xfrm xmlns:a="http://schemas.openxmlformats.org/drawingml/2006/main" rot="-5400000">
            <a:off x="7509601" y="3503753"/>
            <a:ext cx="1716695" cy="13079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2" name="Google Shape;64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620dea25544c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5837899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3" name="Google Shape;65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fa6af1ac5442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5125" y="24660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4" name="Google Shape;67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7738373d44d4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8" name="Google Shape;68;p8">
            <a:extLst xmlns:a="http://schemas.openxmlformats.org/drawingml/2006/main">
              <a:ext uri="{FF2B5EF4-FFF2-40B4-BE49-F238E27FC236}">
                <a16:creationId xmlns:a16="http://schemas.microsoft.com/office/drawing/2014/main" id="{C5D01D96-9E98-477C-A5D4-B2F2736E37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7950" y="1307100"/>
            <a:ext cx="4508100" cy="252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pic>
        <p:nvPicPr>
          <p:cNvPr id="76" name="Google Shape;69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17e39b257d34efa">
            <a:alphaModFix/>
          </a:blip>
          <a:srcRect xmlns:a="http://schemas.openxmlformats.org/drawingml/2006/main" l="0" t="0" r="0" b="22420"/>
          <a:stretch xmlns:a="http://schemas.openxmlformats.org/drawingml/2006/main"/>
        </p:blipFill>
        <p:spPr>
          <a:xfrm xmlns:a="http://schemas.openxmlformats.org/drawingml/2006/main" rot="5400000">
            <a:off x="-257665" y="461283"/>
            <a:ext cx="1768000" cy="1047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0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3b454e1e246e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7890675" y="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8" name="Google Shape;72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62d805f0442d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881699" y="4752250"/>
            <a:ext cx="5260526" cy="38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" name="Google Shape;73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940ce33aa4b8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293388" y="491176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3" name="Google Shape;75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913b53610479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6" name="Google Shape;76;p9">
            <a:extLst xmlns:a="http://schemas.openxmlformats.org/drawingml/2006/main">
              <a:ext uri="{FF2B5EF4-FFF2-40B4-BE49-F238E27FC236}">
                <a16:creationId xmlns:a16="http://schemas.microsoft.com/office/drawing/2014/main" id="{5D45787E-88B7-404C-AE8D-FAEFE01A59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5550" y="1189100"/>
            <a:ext cx="4872900" cy="196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9">
            <a:extLst xmlns:a="http://schemas.openxmlformats.org/drawingml/2006/main">
              <a:ext uri="{FF2B5EF4-FFF2-40B4-BE49-F238E27FC236}">
                <a16:creationId xmlns:a16="http://schemas.microsoft.com/office/drawing/2014/main" id="{5BDF68FD-414A-44A1-87BB-E0BAD0DCA7B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35550" y="3153500"/>
            <a:ext cx="4872900" cy="67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pic>
        <p:nvPicPr>
          <p:cNvPr id="86" name="Google Shape;79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aa446d82a4fa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8171225" y="2100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7" name="Google Shape;80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f12bb0f89450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-1" y="4170713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8" name="Google Shape;82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5e5b44c9d472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0" y="2100"/>
            <a:ext cx="4881173" cy="365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9" name="Google Shape;83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bbcc7bfeb42a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032338" y="15045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10">
            <a:extLst xmlns:a="http://schemas.openxmlformats.org/drawingml/2006/main">
              <a:ext uri="{FF2B5EF4-FFF2-40B4-BE49-F238E27FC236}">
                <a16:creationId xmlns:a16="http://schemas.microsoft.com/office/drawing/2014/main" id="{49F3D90A-A4C7-498B-B9AB-556830F2FC7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Google Shape;86;p10">
            <a:extLst xmlns:a="http://schemas.openxmlformats.org/drawingml/2006/main">
              <a:ext uri="{FF2B5EF4-FFF2-40B4-BE49-F238E27FC236}">
                <a16:creationId xmlns:a16="http://schemas.microsoft.com/office/drawing/2014/main" id="{138F944B-7A79-4EEC-ACFB-1127181FDF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014450"/>
            <a:ext cx="7704000" cy="572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9" name="Google Shape;88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6d71e3e56411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9" name="Google Shape;89;p11">
            <a:extLst xmlns:a="http://schemas.openxmlformats.org/drawingml/2006/main">
              <a:ext uri="{FF2B5EF4-FFF2-40B4-BE49-F238E27FC236}">
                <a16:creationId xmlns:a16="http://schemas.microsoft.com/office/drawing/2014/main" id="{FC132597-4BD5-4FB3-A38E-9C316C40764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476500" y="1872450"/>
            <a:ext cx="4191000" cy="1043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0" name="Google Shape;90;p11">
            <a:extLst xmlns:a="http://schemas.openxmlformats.org/drawingml/2006/main">
              <a:ext uri="{FF2B5EF4-FFF2-40B4-BE49-F238E27FC236}">
                <a16:creationId xmlns:a16="http://schemas.microsoft.com/office/drawing/2014/main" id="{FC6068DF-7666-4B14-84D6-6347EA286D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476500" y="2839950"/>
            <a:ext cx="4191000" cy="43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 xmlns:a="http://schemas.openxmlformats.org/drawingml/2006/main"/>
        </p:txBody>
      </p:sp>
      <p:pic>
        <p:nvPicPr>
          <p:cNvPr id="102" name="Google Shape;91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36812bc30497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170784" y="263618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3" name="Google Shape;93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24440b207482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7892450" y="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4" name="Google Shape;94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8e2494462434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0" y="390675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5" name="Google Shape;97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06264cdb1452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1" flipV="0">
            <a:off x="-2638561" y="4624325"/>
            <a:ext cx="6515501" cy="529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6" name="Google Shape;98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2a440c9044b6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1" flipV="0">
            <a:off x="-7305237" y="485461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7" name="Google Shape;100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7dff67a41456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5031" y="0"/>
            <a:ext cx="6523526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8" name="Google Shape;101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2a440c9044b6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270156" y="24660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matchingName="Title and text">
  <p:cSld name="CUSTOM_4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3" name="Google Shape;125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efae829424ee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14">
            <a:extLst xmlns:a="http://schemas.openxmlformats.org/drawingml/2006/main">
              <a:ext uri="{FF2B5EF4-FFF2-40B4-BE49-F238E27FC236}">
                <a16:creationId xmlns:a16="http://schemas.microsoft.com/office/drawing/2014/main" id="{D9037269-383F-4EC4-9567-6E942049B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5425" y="801507"/>
            <a:ext cx="4089300" cy="105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27" name="Google Shape;127;p14">
            <a:extLst xmlns:a="http://schemas.openxmlformats.org/drawingml/2006/main">
              <a:ext uri="{FF2B5EF4-FFF2-40B4-BE49-F238E27FC236}">
                <a16:creationId xmlns:a16="http://schemas.microsoft.com/office/drawing/2014/main" id="{B6391AC9-3E2F-453F-A0DA-98BE301885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5425" y="1898175"/>
            <a:ext cx="4089300" cy="213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 xmlns:a="http://schemas.openxmlformats.org/drawingml/2006/main"/>
        </p:txBody>
      </p:sp>
      <p:pic>
        <p:nvPicPr>
          <p:cNvPr id="136" name="Google Shape;128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ae3c75d249491e">
            <a:alphaModFix/>
          </a:blip>
          <a:srcRect xmlns:a="http://schemas.openxmlformats.org/drawingml/2006/main" l="0" t="0" r="0" b="22420"/>
          <a:stretch xmlns:a="http://schemas.openxmlformats.org/drawingml/2006/main"/>
        </p:blipFill>
        <p:spPr>
          <a:xfrm xmlns:a="http://schemas.openxmlformats.org/drawingml/2006/main" rot="5400000">
            <a:off x="-257665" y="461283"/>
            <a:ext cx="1768000" cy="1047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7" name="Google Shape;129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3c0d2fe79418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7890675" y="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8" name="Google Shape;131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bd6b91c7647c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881699" y="4752250"/>
            <a:ext cx="5260526" cy="38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9" name="Google Shape;132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2d74bd9f84f3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293388" y="491176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Title and text 2">
  <p:cSld name="ONE_COLUMN_TEXT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9" name="Google Shape;134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14eafba354a4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5" name="Google Shape;135;p15">
            <a:extLst xmlns:a="http://schemas.openxmlformats.org/drawingml/2006/main">
              <a:ext uri="{FF2B5EF4-FFF2-40B4-BE49-F238E27FC236}">
                <a16:creationId xmlns:a16="http://schemas.microsoft.com/office/drawing/2014/main" id="{0CD5FC3D-BCC9-41AE-8513-0526A0D6C5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987538"/>
            <a:ext cx="4294800" cy="106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36" name="Google Shape;136;p15">
            <a:extLst xmlns:a="http://schemas.openxmlformats.org/drawingml/2006/main">
              <a:ext uri="{FF2B5EF4-FFF2-40B4-BE49-F238E27FC236}">
                <a16:creationId xmlns:a16="http://schemas.microsoft.com/office/drawing/2014/main" id="{CBA56E55-1DAC-4849-AEA4-6E3EED919A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2109663"/>
            <a:ext cx="4294800" cy="25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 xmlns:a="http://schemas.openxmlformats.org/drawingml/2006/main"/>
        </p:txBody>
      </p:sp>
      <p:sp>
        <p:nvSpPr>
          <p:cNvPr id="137" name="Google Shape;137;p15">
            <a:extLst xmlns:a="http://schemas.openxmlformats.org/drawingml/2006/main">
              <a:ext uri="{FF2B5EF4-FFF2-40B4-BE49-F238E27FC236}">
                <a16:creationId xmlns:a16="http://schemas.microsoft.com/office/drawing/2014/main" id="{1F6C7875-E85B-440B-8051-DF2B92BC5C1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643775" y="539500"/>
            <a:ext cx="2787000" cy="4064400"/>
          </a:xfrm>
          <a:prstGeom xmlns:a="http://schemas.openxmlformats.org/drawingml/2006/main" prst="round2DiagRect">
            <a:avLst>
              <a:gd name="adj1" fmla="val 16667"/>
              <a:gd name="adj2" fmla="val 0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53" name="Google Shape;138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f53e6ba31497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 flipH="1">
            <a:off x="-25" y="4170725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4" name="Google Shape;13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53b2ac245c4f24">
            <a:alphaModFix/>
          </a:blip>
          <a:srcRect xmlns:a="http://schemas.openxmlformats.org/drawingml/2006/main" l="0" t="130" r="0" b="130"/>
          <a:stretch xmlns:a="http://schemas.openxmlformats.org/drawingml/2006/main"/>
        </p:blipFill>
        <p:spPr>
          <a:xfrm xmlns:a="http://schemas.openxmlformats.org/drawingml/2006/main" rot="-5400000">
            <a:off x="7509601" y="3503753"/>
            <a:ext cx="1716695" cy="13079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5" name="Google Shape;141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f7c1691ca4be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5837899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6" name="Google Shape;142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986c9296545b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5125" y="24660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3" name="Google Shape;143;p15">
            <a:extLst xmlns:a="http://schemas.openxmlformats.org/drawingml/2006/main">
              <a:ext uri="{FF2B5EF4-FFF2-40B4-BE49-F238E27FC236}">
                <a16:creationId xmlns:a16="http://schemas.microsoft.com/office/drawing/2014/main" id="{DF33C033-36E6-4591-B62D-B14B5CC16F5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3225" y="2109675"/>
            <a:ext cx="4294800" cy="25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Title and four columns">
  <p:cSld name="CUSTOM_5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2" name="Google Shape;187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07463233f416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8" name="Google Shape;188;p20">
            <a:extLst xmlns:a="http://schemas.openxmlformats.org/drawingml/2006/main">
              <a:ext uri="{FF2B5EF4-FFF2-40B4-BE49-F238E27FC236}">
                <a16:creationId xmlns:a16="http://schemas.microsoft.com/office/drawing/2014/main" id="{1ECA3992-5A79-403D-99A9-EB77B657F6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89" name="Google Shape;189;p20">
            <a:extLst xmlns:a="http://schemas.openxmlformats.org/drawingml/2006/main">
              <a:ext uri="{FF2B5EF4-FFF2-40B4-BE49-F238E27FC236}">
                <a16:creationId xmlns:a16="http://schemas.microsoft.com/office/drawing/2014/main" id="{80C2C6D0-1608-4CCF-99D4-41A97B96FE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0" name="Google Shape;190;p20">
            <a:extLst xmlns:a="http://schemas.openxmlformats.org/drawingml/2006/main">
              <a:ext uri="{FF2B5EF4-FFF2-40B4-BE49-F238E27FC236}">
                <a16:creationId xmlns:a16="http://schemas.microsoft.com/office/drawing/2014/main" id="{0D5CA3AF-4EC8-41B2-90CB-7DC1F3D44BC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1" name="Google Shape;191;p20">
            <a:extLst xmlns:a="http://schemas.openxmlformats.org/drawingml/2006/main">
              <a:ext uri="{FF2B5EF4-FFF2-40B4-BE49-F238E27FC236}">
                <a16:creationId xmlns:a16="http://schemas.microsoft.com/office/drawing/2014/main" id="{2F76485C-7E72-42C5-A72D-E71EF041FD0D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39620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2" name="Google Shape;192;p20">
            <a:extLst xmlns:a="http://schemas.openxmlformats.org/drawingml/2006/main">
              <a:ext uri="{FF2B5EF4-FFF2-40B4-BE49-F238E27FC236}">
                <a16:creationId xmlns:a16="http://schemas.microsoft.com/office/drawing/2014/main" id="{884125E8-F49C-4BEC-960B-1B432690D93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20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3" name="Google Shape;193;p20">
            <a:extLst xmlns:a="http://schemas.openxmlformats.org/drawingml/2006/main">
              <a:ext uri="{FF2B5EF4-FFF2-40B4-BE49-F238E27FC236}">
                <a16:creationId xmlns:a16="http://schemas.microsoft.com/office/drawing/2014/main" id="{3EAB6ABE-F8CE-4172-AB18-31AA6B9C356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94" name="Google Shape;194;p20">
            <a:extLst xmlns:a="http://schemas.openxmlformats.org/drawingml/2006/main">
              <a:ext uri="{FF2B5EF4-FFF2-40B4-BE49-F238E27FC236}">
                <a16:creationId xmlns:a16="http://schemas.microsoft.com/office/drawing/2014/main" id="{C65DD897-1E58-4928-83BC-1EE1217FC309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95" name="Google Shape;195;p20">
            <a:extLst xmlns:a="http://schemas.openxmlformats.org/drawingml/2006/main">
              <a:ext uri="{FF2B5EF4-FFF2-40B4-BE49-F238E27FC236}">
                <a16:creationId xmlns:a16="http://schemas.microsoft.com/office/drawing/2014/main" id="{31FC6403-B407-4036-B972-AC5FB728A5E9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96" name="Google Shape;196;p20">
            <a:extLst xmlns:a="http://schemas.openxmlformats.org/drawingml/2006/main">
              <a:ext uri="{FF2B5EF4-FFF2-40B4-BE49-F238E27FC236}">
                <a16:creationId xmlns:a16="http://schemas.microsoft.com/office/drawing/2014/main" id="{804B12F5-ACC1-4EFC-96F8-7515F8E9EDD9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pic>
        <p:nvPicPr>
          <p:cNvPr id="212" name="Google Shape;198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301b2583940b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8171225" y="-4719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3" name="Google Shape;199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0d2b4275d44a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-1" y="4170713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4" name="Google Shape;201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bf124b25846c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0" y="-4719"/>
            <a:ext cx="4881173" cy="365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5" name="Google Shape;202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87492f31f4f3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032338" y="143636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Title only 3">
  <p:cSld name="TITLE_ONLY_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0" name="Google Shape;253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18b4d1ce541f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4" name="Google Shape;254;p25">
            <a:extLst xmlns:a="http://schemas.openxmlformats.org/drawingml/2006/main">
              <a:ext uri="{FF2B5EF4-FFF2-40B4-BE49-F238E27FC236}">
                <a16:creationId xmlns:a16="http://schemas.microsoft.com/office/drawing/2014/main" id="{9FD9FE2C-0D04-4C72-8CA9-DCAA080638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pic>
        <p:nvPicPr>
          <p:cNvPr id="262" name="Google Shape;256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73c5dd6a748e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620475" y="0"/>
            <a:ext cx="6523526" cy="36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3" name="Google Shape;257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2fa5becf7496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355350" y="15045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4" name="Google Shape;258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0b74809b0c4c85">
            <a:alphaModFix/>
          </a:blip>
          <a:srcRect xmlns:a="http://schemas.openxmlformats.org/drawingml/2006/main" l="0" t="0" r="56111" b="41941"/>
          <a:stretch xmlns:a="http://schemas.openxmlformats.org/drawingml/2006/main"/>
        </p:blipFill>
        <p:spPr>
          <a:xfrm xmlns:a="http://schemas.openxmlformats.org/drawingml/2006/main" rot="-5400000">
            <a:off x="8325038" y="4266787"/>
            <a:ext cx="775950" cy="784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5" name="Google Shape;259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f65ae4d584e9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 flipH="1">
            <a:off x="0" y="4170725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Background">
  <p:cSld name="CUSTOM_9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Google Shape;301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e62d2f70a4c7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" name="Google Shape;302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e62d2f70a4c7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" name="Google Shape;303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d9a495942ef4899">
            <a:alphaModFix/>
          </a:blip>
          <a:srcRect xmlns:a="http://schemas.openxmlformats.org/drawingml/2006/main" l="0" t="130" r="0" b="130"/>
          <a:stretch xmlns:a="http://schemas.openxmlformats.org/drawingml/2006/main"/>
        </p:blipFill>
        <p:spPr>
          <a:xfrm xmlns:a="http://schemas.openxmlformats.org/drawingml/2006/main" rot="-5400000">
            <a:off x="-145124" y="3582752"/>
            <a:ext cx="1716695" cy="13079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" name="Google Shape;304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9526300c1479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6088" y="-1365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" name="Google Shape;306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2dbcbc34549f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293388" y="4840980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" name="Google Shape;308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19fae19a744e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-13638"/>
            <a:ext cx="6523526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" name="Google Shape;309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2dbcbc34549f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5125" y="23296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3.xml><?xml version="1.0" encoding="utf-8"?>
<p:sldLayout xmlns:p="http://schemas.openxmlformats.org/presentationml/2006/main" matchingName="Table of contents">
  <p:cSld name="Table of content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3" name="Google Shape;104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caa0c69d847b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5" name="Google Shape;105;p13">
            <a:extLst xmlns:a="http://schemas.openxmlformats.org/drawingml/2006/main">
              <a:ext uri="{FF2B5EF4-FFF2-40B4-BE49-F238E27FC236}">
                <a16:creationId xmlns:a16="http://schemas.microsoft.com/office/drawing/2014/main" id="{2ED94A0F-472A-4E28-9EEF-FCF3685D63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06" name="Google Shape;106;p13">
            <a:extLst xmlns:a="http://schemas.openxmlformats.org/drawingml/2006/main">
              <a:ext uri="{FF2B5EF4-FFF2-40B4-BE49-F238E27FC236}">
                <a16:creationId xmlns:a16="http://schemas.microsoft.com/office/drawing/2014/main" id="{762D3405-D9A1-41CF-8D06-98C3425A697A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7" name="Google Shape;107;p13">
            <a:extLst xmlns:a="http://schemas.openxmlformats.org/drawingml/2006/main">
              <a:ext uri="{FF2B5EF4-FFF2-40B4-BE49-F238E27FC236}">
                <a16:creationId xmlns:a16="http://schemas.microsoft.com/office/drawing/2014/main" id="{35B6FBA8-E627-4C4C-85AB-188A3C5A33EF}"/>
              </a:ext>
            </a:extLst>
          </p:cNvPr>
          <p:cNvSpPr>
            <a:spLocks xmlns:a="http://schemas.openxmlformats.org/drawingml/2006/main" noGrp="1"/>
          </p:cNvSpPr>
          <p:nvPr>
            <p:ph type="title" idx="3" hasCustomPrompt="1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8" name="Google Shape;108;p13">
            <a:extLst xmlns:a="http://schemas.openxmlformats.org/drawingml/2006/main">
              <a:ext uri="{FF2B5EF4-FFF2-40B4-BE49-F238E27FC236}">
                <a16:creationId xmlns:a16="http://schemas.microsoft.com/office/drawing/2014/main" id="{60EDAE2D-8DA4-4DE7-9CDA-B09EEFCED9BF}"/>
              </a:ext>
            </a:extLst>
          </p:cNvPr>
          <p:cNvSpPr>
            <a:spLocks xmlns:a="http://schemas.openxmlformats.org/drawingml/2006/main" noGrp="1"/>
          </p:cNvSpPr>
          <p:nvPr>
            <p:ph type="title" idx="4" hasCustomPrompt="1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9" name="Google Shape;109;p13">
            <a:extLst xmlns:a="http://schemas.openxmlformats.org/drawingml/2006/main">
              <a:ext uri="{FF2B5EF4-FFF2-40B4-BE49-F238E27FC236}">
                <a16:creationId xmlns:a16="http://schemas.microsoft.com/office/drawing/2014/main" id="{0426A19B-A51F-42FC-8143-6CC43C6ABF01}"/>
              </a:ext>
            </a:extLst>
          </p:cNvPr>
          <p:cNvSpPr>
            <a:spLocks xmlns:a="http://schemas.openxmlformats.org/drawingml/2006/main" noGrp="1"/>
          </p:cNvSpPr>
          <p:nvPr>
            <p:ph type="title" idx="5" hasCustomPrompt="1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0" name="Google Shape;110;p13">
            <a:extLst xmlns:a="http://schemas.openxmlformats.org/drawingml/2006/main">
              <a:ext uri="{FF2B5EF4-FFF2-40B4-BE49-F238E27FC236}">
                <a16:creationId xmlns:a16="http://schemas.microsoft.com/office/drawing/2014/main" id="{4DE9B954-9F18-4475-B966-E55300BC0580}"/>
              </a:ext>
            </a:extLst>
          </p:cNvPr>
          <p:cNvSpPr>
            <a:spLocks xmlns:a="http://schemas.openxmlformats.org/drawingml/2006/main" noGrp="1"/>
          </p:cNvSpPr>
          <p:nvPr>
            <p:ph type="title" idx="6" hasCustomPrompt="1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1" name="Google Shape;111;p13">
            <a:extLst xmlns:a="http://schemas.openxmlformats.org/drawingml/2006/main">
              <a:ext uri="{FF2B5EF4-FFF2-40B4-BE49-F238E27FC236}">
                <a16:creationId xmlns:a16="http://schemas.microsoft.com/office/drawing/2014/main" id="{AAFD5EC8-4D3A-4032-8FEA-157A91E0245F}"/>
              </a:ext>
            </a:extLst>
          </p:cNvPr>
          <p:cNvSpPr>
            <a:spLocks xmlns:a="http://schemas.openxmlformats.org/drawingml/2006/main" noGrp="1"/>
          </p:cNvSpPr>
          <p:nvPr>
            <p:ph type="title" idx="7" hasCustomPrompt="1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2" name="Google Shape;112;p13">
            <a:extLst xmlns:a="http://schemas.openxmlformats.org/drawingml/2006/main">
              <a:ext uri="{FF2B5EF4-FFF2-40B4-BE49-F238E27FC236}">
                <a16:creationId xmlns:a16="http://schemas.microsoft.com/office/drawing/2014/main" id="{EC3B5AE6-69C6-42D4-96D3-0AC2C2ECBF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3" name="Google Shape;113;p13">
            <a:extLst xmlns:a="http://schemas.openxmlformats.org/drawingml/2006/main">
              <a:ext uri="{FF2B5EF4-FFF2-40B4-BE49-F238E27FC236}">
                <a16:creationId xmlns:a16="http://schemas.microsoft.com/office/drawing/2014/main" id="{62D0D8B7-97FE-449A-A5BF-E5E9E4359153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4" name="Google Shape;114;p13">
            <a:extLst xmlns:a="http://schemas.openxmlformats.org/drawingml/2006/main">
              <a:ext uri="{FF2B5EF4-FFF2-40B4-BE49-F238E27FC236}">
                <a16:creationId xmlns:a16="http://schemas.microsoft.com/office/drawing/2014/main" id="{0ACB55F5-C3E3-4B50-B750-254E7B244651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5" name="Google Shape;115;p13">
            <a:extLst xmlns:a="http://schemas.openxmlformats.org/drawingml/2006/main">
              <a:ext uri="{FF2B5EF4-FFF2-40B4-BE49-F238E27FC236}">
                <a16:creationId xmlns:a16="http://schemas.microsoft.com/office/drawing/2014/main" id="{C954AB14-46CE-4462-9AA9-1E8C382520AD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6" name="Google Shape;116;p13">
            <a:extLst xmlns:a="http://schemas.openxmlformats.org/drawingml/2006/main">
              <a:ext uri="{FF2B5EF4-FFF2-40B4-BE49-F238E27FC236}">
                <a16:creationId xmlns:a16="http://schemas.microsoft.com/office/drawing/2014/main" id="{0D9B4770-0511-4CD3-8CF2-7F32E33856AC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7" name="Google Shape;117;p13">
            <a:extLst xmlns:a="http://schemas.openxmlformats.org/drawingml/2006/main">
              <a:ext uri="{FF2B5EF4-FFF2-40B4-BE49-F238E27FC236}">
                <a16:creationId xmlns:a16="http://schemas.microsoft.com/office/drawing/2014/main" id="{FF588C83-60C8-4027-8083-41A735F3A891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pic>
        <p:nvPicPr>
          <p:cNvPr id="137" name="Google Shape;119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f99b248a44a0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620475" y="0"/>
            <a:ext cx="6523526" cy="36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8" name="Google Shape;120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17705c6a74ab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355350" y="15045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9" name="Google Shape;122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ab7f8c73c474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171225" y="0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0" name="Google Shape;123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017e75695483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0" y="4170737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e46a1cf7f446c4" /><Relationship Type="http://schemas.openxmlformats.org/officeDocument/2006/relationships/slideLayout" Target="/ppt/slideLayouts/slideLayout1.xml" Id="R9b3ba45b12394942" /><Relationship Type="http://schemas.openxmlformats.org/officeDocument/2006/relationships/slideLayout" Target="/ppt/slideLayouts/slideLayout2.xml" Id="Rcf883fedc4264da3" /><Relationship Type="http://schemas.openxmlformats.org/officeDocument/2006/relationships/slideLayout" Target="/ppt/slideLayouts/slideLayout3.xml" Id="R880730be01604647" /><Relationship Type="http://schemas.openxmlformats.org/officeDocument/2006/relationships/slideLayout" Target="/ppt/slideLayouts/slideLayout4.xml" Id="R76bd2ab18a834932" /><Relationship Type="http://schemas.openxmlformats.org/officeDocument/2006/relationships/slideLayout" Target="/ppt/slideLayouts/slideLayout5.xml" Id="Ra428206571ba4beb" /><Relationship Type="http://schemas.openxmlformats.org/officeDocument/2006/relationships/slideLayout" Target="/ppt/slideLayouts/slideLayout6.xml" Id="Raec1077c0ce14778" /><Relationship Type="http://schemas.openxmlformats.org/officeDocument/2006/relationships/slideLayout" Target="/ppt/slideLayouts/slideLayout7.xml" Id="Rbdcf8f4879484874" /><Relationship Type="http://schemas.openxmlformats.org/officeDocument/2006/relationships/slideLayout" Target="/ppt/slideLayouts/slideLayout8.xml" Id="R757c5ded10774ae4" /><Relationship Type="http://schemas.openxmlformats.org/officeDocument/2006/relationships/slideLayout" Target="/ppt/slideLayouts/slideLayout9.xml" Id="R2c51c7504e9243cf" /><Relationship Type="http://schemas.openxmlformats.org/officeDocument/2006/relationships/slideLayout" Target="/ppt/slideLayouts/slideLayout10.xml" Id="Rf3f65390072549b5" /><Relationship Type="http://schemas.openxmlformats.org/officeDocument/2006/relationships/slideLayout" Target="/ppt/slideLayouts/slideLayout11.xml" Id="R77c75b392e7c4071" /><Relationship Type="http://schemas.openxmlformats.org/officeDocument/2006/relationships/slideLayout" Target="/ppt/slideLayouts/slideLayout12.xml" Id="R14a8a99cf4bc42fa" /><Relationship Type="http://schemas.openxmlformats.org/officeDocument/2006/relationships/slideLayout" Target="/ppt/slideLayouts/slideLayout13.xml" Id="Rd3b397be2f074ce0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0EC20CF3-9F52-4ADB-9CDE-A377E04A4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445025"/>
            <a:ext cx="7717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42F17634-F04E-4814-8639-9F09FA1B42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225" y="1152475"/>
            <a:ext cx="77175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3ba45b12394942"/>
    <p:sldLayoutId xmlns:r="http://schemas.openxmlformats.org/officeDocument/2006/relationships" id="2147483650" r:id="Rcf883fedc4264da3"/>
    <p:sldLayoutId xmlns:r="http://schemas.openxmlformats.org/officeDocument/2006/relationships" id="2147483651" r:id="R880730be01604647"/>
    <p:sldLayoutId xmlns:r="http://schemas.openxmlformats.org/officeDocument/2006/relationships" id="2147483652" r:id="R76bd2ab18a834932"/>
    <p:sldLayoutId xmlns:r="http://schemas.openxmlformats.org/officeDocument/2006/relationships" id="2147483653" r:id="Ra428206571ba4beb"/>
    <p:sldLayoutId xmlns:r="http://schemas.openxmlformats.org/officeDocument/2006/relationships" id="2147483654" r:id="Raec1077c0ce14778"/>
    <p:sldLayoutId xmlns:r="http://schemas.openxmlformats.org/officeDocument/2006/relationships" id="2147483655" r:id="Rbdcf8f4879484874"/>
    <p:sldLayoutId xmlns:r="http://schemas.openxmlformats.org/officeDocument/2006/relationships" id="2147483656" r:id="R757c5ded10774ae4"/>
    <p:sldLayoutId xmlns:r="http://schemas.openxmlformats.org/officeDocument/2006/relationships" id="2147483657" r:id="R2c51c7504e9243cf"/>
    <p:sldLayoutId xmlns:r="http://schemas.openxmlformats.org/officeDocument/2006/relationships" id="2147483658" r:id="Rf3f65390072549b5"/>
    <p:sldLayoutId xmlns:r="http://schemas.openxmlformats.org/officeDocument/2006/relationships" id="2147483659" r:id="R77c75b392e7c4071"/>
    <p:sldLayoutId xmlns:r="http://schemas.openxmlformats.org/officeDocument/2006/relationships" id="2147483660" r:id="R14a8a99cf4bc42fa"/>
    <p:sldLayoutId xmlns:r="http://schemas.openxmlformats.org/officeDocument/2006/relationships" id="2147483661" r:id="Rd3b397be2f074ce0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2037f673a4214" /><Relationship Type="http://schemas.openxmlformats.org/officeDocument/2006/relationships/notesSlide" Target="/ppt/notesSlides/notesSlide1.xml" Id="R4e978e39e4f147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90c7db5b8aa4afa" /><Relationship Type="http://schemas.openxmlformats.org/officeDocument/2006/relationships/image" Target="/ppt/media/image9.png" Id="Rcb86df2e490248d5" /><Relationship Type="http://schemas.openxmlformats.org/officeDocument/2006/relationships/notesSlide" Target="/ppt/notesSlides/notesSlide2.xml" Id="R0af83d788b0748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58302533243fd" /><Relationship Type="http://schemas.openxmlformats.org/officeDocument/2006/relationships/notesSlide" Target="/ppt/notesSlides/notesSlide3.xml" Id="Raf88614a445148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a55756a95794fd0" /><Relationship Type="http://schemas.openxmlformats.org/officeDocument/2006/relationships/notesSlide" Target="/ppt/notesSlides/notesSlide4.xml" Id="R8c7f9a9f60384a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d4f9a04c9da84f11" /><Relationship Type="http://schemas.openxmlformats.org/officeDocument/2006/relationships/notesSlide" Target="/ppt/notesSlides/notesSlide5.xml" Id="R989ee9f7b7fb45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2d303d08f4c01" /><Relationship Type="http://schemas.openxmlformats.org/officeDocument/2006/relationships/notesSlide" Target="/ppt/notesSlides/notesSlide6.xml" Id="R7a0cf7ff0d5c40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62c1fa36a0e64d7b" /><Relationship Type="http://schemas.openxmlformats.org/officeDocument/2006/relationships/image" Target="/ppt/media/image10.png" Id="R42724eaf88644f83" /><Relationship Type="http://schemas.openxmlformats.org/officeDocument/2006/relationships/notesSlide" Target="/ppt/notesSlides/notesSlide7.xml" Id="R9903dd0b409743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01b87419d48fe" /><Relationship Type="http://schemas.openxmlformats.org/officeDocument/2006/relationships/notesSlide" Target="/ppt/notesSlides/notesSlide8.xml" Id="Rf367bcc249ef4c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814690bb94492" /><Relationship Type="http://schemas.openxmlformats.org/officeDocument/2006/relationships/notesSlide" Target="/ppt/notesSlides/notesSlide9.xml" Id="Rebe110cc1e0a42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041370769a9467e" /><Relationship Type="http://schemas.openxmlformats.org/officeDocument/2006/relationships/notesSlide" Target="/ppt/notesSlides/notesSlide10.xml" Id="Rc3153837268c42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b5e42435d6e45a1" /><Relationship Type="http://schemas.openxmlformats.org/officeDocument/2006/relationships/notesSlide" Target="/ppt/notesSlides/notesSlide11.xml" Id="R23ab7c7bc91143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5fa47590cc984b85" /><Relationship Type="http://schemas.openxmlformats.org/officeDocument/2006/relationships/notesSlide" Target="/ppt/notesSlides/notesSlide12.xml" Id="R7692eb382ae447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9b7fb1ce87a423d" /><Relationship Type="http://schemas.openxmlformats.org/officeDocument/2006/relationships/image" Target="/ppt/media/image8.png" Id="R98df8d429c66497f" /><Relationship Type="http://schemas.openxmlformats.org/officeDocument/2006/relationships/notesSlide" Target="/ppt/notesSlides/notesSlide13.xml" Id="Ra0966afdbf4e48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c202d8b2b9244f00" /><Relationship Type="http://schemas.openxmlformats.org/officeDocument/2006/relationships/notesSlide" Target="/ppt/notesSlides/notesSlide14.xml" Id="Rfdd946a46d944b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bcec39673bd44887" /><Relationship Type="http://schemas.openxmlformats.org/officeDocument/2006/relationships/notesSlide" Target="/ppt/notesSlides/notesSlide15.xml" Id="R53c126c4fb5c4e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ac4ec6dd14a4250" /><Relationship Type="http://schemas.openxmlformats.org/officeDocument/2006/relationships/image" Target="/ppt/media/image11.png" Id="Rb8a2cba83f8c4568" /><Relationship Type="http://schemas.openxmlformats.org/officeDocument/2006/relationships/notesSlide" Target="/ppt/notesSlides/notesSlide16.xml" Id="R2b51f72d67ec445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b2b0e5219d354a65" /><Relationship Type="http://schemas.openxmlformats.org/officeDocument/2006/relationships/image" Target="/ppt/media/image.svg" Id="Rc9ffac458f904c08" /><Relationship Type="http://schemas.openxmlformats.org/officeDocument/2006/relationships/image" Target="/ppt/media/image11.png" Id="R3686999e7b4b4568" /><Relationship Type="http://schemas.openxmlformats.org/officeDocument/2006/relationships/notesSlide" Target="/ppt/notesSlides/notesSlide17.xml" Id="Rcc796f6d5c7342f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bdc0ea285a4a29" /><Relationship Type="http://schemas.openxmlformats.org/officeDocument/2006/relationships/notesSlide" Target="/ppt/notesSlides/notesSlide18.xml" Id="Rcb7a667c0a7e4a3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480ba96314049" /><Relationship Type="http://schemas.openxmlformats.org/officeDocument/2006/relationships/notesSlide" Target="/ppt/notesSlides/notesSlide19.xml" Id="R5d86291c6924477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cddc2297ecd54e7b" /><Relationship Type="http://schemas.openxmlformats.org/officeDocument/2006/relationships/image" Target="/ppt/media/image12.png" Id="Rff7c3767dd4a4783" /><Relationship Type="http://schemas.openxmlformats.org/officeDocument/2006/relationships/notesSlide" Target="/ppt/notesSlides/notesSlide20.xml" Id="R5327a1be839e478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d90a63221cc43fa" /><Relationship Type="http://schemas.openxmlformats.org/officeDocument/2006/relationships/hyperlink" Target="https://cabotage-lens.streamlit.app/" TargetMode="External" Id="Rb687a5d3c1024d43" /><Relationship Type="http://schemas.openxmlformats.org/officeDocument/2006/relationships/notesSlide" Target="/ppt/notesSlides/notesSlide21.xml" Id="R5bad4e276a7d41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9" name="Google Shape;329;p35">
            <a:extLst xmlns:a="http://schemas.openxmlformats.org/drawingml/2006/main">
              <a:ext uri="{FF2B5EF4-FFF2-40B4-BE49-F238E27FC236}">
                <a16:creationId xmlns:a16="http://schemas.microsoft.com/office/drawing/2014/main" id="{5A845DEA-FD9E-D7FE-EC4A-206EC3F499B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72300" y="1482800"/>
            <a:ext cx="7199400" cy="14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CabotageLens</a:t>
            </a:r>
          </a:p>
        </p:txBody>
      </p:sp>
      <p:sp>
        <p:nvSpPr>
          <p:cNvPr id="330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A3831C7E-C3BB-A08E-9357-B23405A850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2300" y="3239202"/>
            <a:ext cx="7199400" cy="820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/>
              <a:t>Rastreabilidade dos cálculos de custo e emissões</a:t>
            </a:r>
            <a:br/>
            <a:r>
              <a:rPr sz="1200" i="1"/>
              <a:t>Exemplo: São Paulo, SP → Rio Branco, AC | Carga de 14 t</a:t>
            </a:r>
          </a:p>
        </p:txBody>
      </p:sp>
    </p:spTree>
    <p:extLst>
      <p:ext uri="{BB962C8B-B14F-4D97-AF65-F5344CB8AC3E}">
        <p14:creationId xmlns:p14="http://schemas.microsoft.com/office/powerpoint/2010/main" val="29671261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5" name="Google Shape;515;p50">
            <a:extLst xmlns:a="http://schemas.openxmlformats.org/drawingml/2006/main">
              <a:ext uri="{FF2B5EF4-FFF2-40B4-BE49-F238E27FC236}">
                <a16:creationId xmlns:a16="http://schemas.microsoft.com/office/drawing/2014/main" id="{66D091F1-8AD9-FA68-25D0-F7570F24F6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7200" y="440283"/>
            <a:ext cx="4294800" cy="6472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Alternativas de rota</a:t>
            </a:r>
          </a:p>
        </p:txBody>
      </p:sp>
      <p:pic>
        <p:nvPicPr>
          <p:cNvPr id="518" name="Imagem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6df2e490248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087582"/>
            <a:ext cx="9060666" cy="40559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8569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9" name="Google Shape;329;p35">
            <a:extLst xmlns:a="http://schemas.openxmlformats.org/drawingml/2006/main">
              <a:ext uri="{FF2B5EF4-FFF2-40B4-BE49-F238E27FC236}">
                <a16:creationId xmlns:a16="http://schemas.microsoft.com/office/drawing/2014/main" id="{B51EED71-0175-C9DB-E791-9815139F477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72300" y="1482800"/>
            <a:ext cx="7199400" cy="14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Input do usuário e </a:t>
            </a:r>
            <a:br/>
            <a:r>
              <a:t>parâmetros comuns</a:t>
            </a:r>
          </a:p>
        </p:txBody>
      </p:sp>
      <p:sp>
        <p:nvSpPr>
          <p:cNvPr id="330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972B4B01-851F-E390-64C3-D48B9A7D21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2300" y="3239202"/>
            <a:ext cx="7199400" cy="42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t>Dados de entrada e premissas utilizadas nas duas alternativas</a:t>
            </a:r>
          </a:p>
        </p:txBody>
      </p:sp>
    </p:spTree>
    <p:extLst>
      <p:ext uri="{BB962C8B-B14F-4D97-AF65-F5344CB8AC3E}">
        <p14:creationId xmlns:p14="http://schemas.microsoft.com/office/powerpoint/2010/main" val="32292170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8" name="Google Shape;508;p49">
            <a:extLst xmlns:a="http://schemas.openxmlformats.org/drawingml/2006/main">
              <a:ext uri="{FF2B5EF4-FFF2-40B4-BE49-F238E27FC236}">
                <a16:creationId xmlns:a16="http://schemas.microsoft.com/office/drawing/2014/main" id="{5E907FE9-9483-BB70-40AE-C0C91D932A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5425" y="801507"/>
            <a:ext cx="4089300" cy="105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Poppins"/>
                <a:ea typeface="Poppins"/>
                <a:cs typeface="Poppins"/>
              </a:rPr>
              <a:t>Input de Carga Origem e Destino</a:t>
            </a:r>
          </a:p>
        </p:txBody>
      </p:sp>
      <p:sp>
        <p:nvSpPr>
          <p:cNvPr id="509" name="Google Shape;509;p49">
            <a:extLst xmlns:a="http://schemas.openxmlformats.org/drawingml/2006/main">
              <a:ext uri="{FF2B5EF4-FFF2-40B4-BE49-F238E27FC236}">
                <a16:creationId xmlns:a16="http://schemas.microsoft.com/office/drawing/2014/main" id="{8C749584-FE45-7747-6327-031808C8F3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5425" y="1898175"/>
            <a:ext cx="4089300" cy="213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>O usuário informa apenas a origem, o destino e a massa total da carga.</a:t>
            </a:r>
          </a:p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>Neste exemplo, considera-se o transporte de 14 toneladas entre São Paulo, SP, e Rio Branco, AC.</a:t>
            </a:r>
          </a:p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>Não é necessário definir rotas, portos ou distâncias: esses elementos são determinados posteriormente pelo pipeline.</a:t>
            </a:r>
          </a:p>
        </p:txBody>
      </p:sp>
      <p:graphicFrame>
        <p:nvGraphicFramePr>
          <p:cNvPr id="513" name="Google Shape;336;p36"/>
          <p:cNvGraphicFramePr/>
          <p:nvPr/>
        </p:nvGraphicFramePr>
        <p:xfrm>
          <a:off xmlns:a="http://schemas.openxmlformats.org/drawingml/2006/main" x="879763" y="1980318"/>
          <a:ext xmlns:a="http://schemas.openxmlformats.org/drawingml/2006/main" cx="2604655" cy="1446100"/>
        </p:xfrm>
        <a:graphic xmlns:a="http://schemas.openxmlformats.org/drawingml/2006/main">
          <a:graphicData uri="http://schemas.openxmlformats.org/drawingml/2006/table">
            <a:tbl>
              <a:tblPr>
                <a:tableStyleId>{F3E31DBF-9C51-4A74-9153-B9460B38124B}</a:tableStyleId>
              </a:tblPr>
              <a:tblGrid>
                <a:gridCol w="858982"/>
                <a:gridCol w="1745673"/>
              </a:tblGrid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Campo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/>
                        <a:t>Valor do exemplo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Origem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São Paulo, SP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Destino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Rio Branco, AC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Carga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14 toneladas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5264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Fator de emissão do diesel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Parâmetros comuns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A partir do </a:t>
            </a:r>
            <a:r>
              <a:rPr sz="1100" b="1"/>
              <a:t>OpenRouteService</a:t>
            </a:r>
            <a:r>
              <a:rPr sz="1100"/>
              <a:t>, origem e destino são convertidos em coordenadas geográficas (latitude e longitude).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São Paulo, SP: </a:t>
            </a:r>
            <a:r>
              <a:rPr sz="1100" b="1"/>
              <a:t>[-23.558808; -46.730357]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/>
              <a:t>Rio Branco, AC: </a:t>
            </a:r>
            <a:r>
              <a:rPr sz="1100" b="1"/>
              <a:t>[- 9.989637; - 67.822462]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Com base nas configurações veiculares de referência da </a:t>
            </a:r>
            <a:r>
              <a:rPr sz="1100" b="1"/>
              <a:t>ANTT</a:t>
            </a:r>
            <a:r>
              <a:rPr sz="1100"/>
              <a:t>, o sistema seleciona automaticamente o caminhão compatível com a massa transportada.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/>
              <a:t>Carga transportada: </a:t>
            </a:r>
            <a:r>
              <a:rPr sz="1100" b="1"/>
              <a:t>14 t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/>
              <a:t>Veículo selecionado: </a:t>
            </a:r>
            <a:r>
              <a:rPr sz="1100" b="1"/>
              <a:t>uma carreta de 5 eixos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/>
              <a:t>Rendimento (carreta de 5 eixos): </a:t>
            </a:r>
            <a:r>
              <a:rPr sz="1100" b="1"/>
              <a:t>2,30 km/L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Para converter o consumo de diesel em emissões operacionais TTW, adota-se o fator usado no trabalho: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Fator de emissão: 2,68 kg CO₂e/L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O preço utilizado corresponde à média dos valores do Diesel S10 nas UFs de origem e destino, no levantamento semanal da ANP (12–18 jul. 2026).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/>
              <a:t>São Paulo: R$ 6,960/L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/>
              <a:t>Acre: R$ 9,270/L</a:t>
            </a: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100" b="1"/>
              <a:t>Preço médio utilizado: R$ 8,115/L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Geocodificação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Dimensionamento rodoviário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Preço do diesel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Parâmetros compartilhados pelos trechos rodoviários das duas alternativas</a:t>
            </a:r>
            <a:r>
              <a:rPr sz="1000" i="1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9" name="Google Shape;329;p35">
            <a:extLst xmlns:a="http://schemas.openxmlformats.org/drawingml/2006/main">
              <a:ext uri="{FF2B5EF4-FFF2-40B4-BE49-F238E27FC236}">
                <a16:creationId xmlns:a16="http://schemas.microsoft.com/office/drawing/2014/main" id="{A0AA022E-E61F-AF0C-909A-7C41D2CFE0C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72300" y="1482800"/>
            <a:ext cx="7199400" cy="14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Alternativa A:</a:t>
            </a:r>
            <a:br/>
            <a:r>
              <a:t>Rodoviária Direta</a:t>
            </a:r>
          </a:p>
        </p:txBody>
      </p:sp>
      <p:sp>
        <p:nvSpPr>
          <p:cNvPr id="330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BBDCE7F-02B1-3F7E-BA63-D4D166AA9E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2300" y="3239202"/>
            <a:ext cx="7199400" cy="42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t>Cálculo da distância, consumo, custo e emissões</a:t>
            </a:r>
          </a:p>
        </p:txBody>
      </p:sp>
    </p:spTree>
    <p:extLst>
      <p:ext uri="{BB962C8B-B14F-4D97-AF65-F5344CB8AC3E}">
        <p14:creationId xmlns:p14="http://schemas.microsoft.com/office/powerpoint/2010/main" val="18446867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3" name="Google Shape;363;p38">
            <a:extLst xmlns:a="http://schemas.openxmlformats.org/drawingml/2006/main">
              <a:ext uri="{FF2B5EF4-FFF2-40B4-BE49-F238E27FC236}">
                <a16:creationId xmlns:a16="http://schemas.microsoft.com/office/drawing/2014/main" id="{AD50AEB2-15F5-7F85-77B7-E29F81FF58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987538"/>
            <a:ext cx="4294800" cy="106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Rota rodoviária direta</a:t>
            </a:r>
          </a:p>
        </p:txBody>
      </p:sp>
      <p:sp>
        <p:nvSpPr>
          <p:cNvPr id="36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58BFCA63-880F-7B07-EE2B-FFA392FDAA7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3225" y="2109675"/>
            <a:ext cx="4294800" cy="8967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A partir das coordenadas geográficas da origem e do destino, o sistema consulta um serviço de roteamento para calcular a distância pela malha rodoviária. A partir da distância calculada, o consumo de diesel é estimado pelo rendimento do veículo. Em seguida, são aplicados o preço médio do combustível e o fator de emissão para obter o custo e as emissões da rota.</a:t>
            </a:r>
          </a:p>
        </p:txBody>
      </p:sp>
      <p:graphicFrame>
        <p:nvGraphicFramePr>
          <p:cNvPr id="381" name="Google Shape;336;p36"/>
          <p:cNvGraphicFramePr/>
          <p:nvPr/>
        </p:nvGraphicFramePr>
        <p:xfrm>
          <a:off xmlns:a="http://schemas.openxmlformats.org/drawingml/2006/main" x="713225" y="4012718"/>
          <a:ext xmlns:a="http://schemas.openxmlformats.org/drawingml/2006/main" cx="2313709" cy="723050"/>
        </p:xfrm>
        <a:graphic xmlns:a="http://schemas.openxmlformats.org/drawingml/2006/main">
          <a:graphicData uri="http://schemas.openxmlformats.org/drawingml/2006/table">
            <a:tbl>
              <a:tblPr>
                <a:tableStyleId>{F3E31DBF-9C51-4A74-9153-B9460B38124B}</a:tableStyleId>
              </a:tblPr>
              <a:tblGrid>
                <a:gridCol w="845128"/>
                <a:gridCol w="1468581"/>
              </a:tblGrid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accent6"/>
                          </a:solidFill>
                          <a:latin typeface="Poppins"/>
                          <a:ea typeface="Poppins"/>
                          <a:cs typeface="Poppins"/>
                        </a:rPr>
                        <a:t>Origem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sz="1200" b="0">
                          <a:latin typeface="Poppins"/>
                          <a:ea typeface="Poppins"/>
                          <a:cs typeface="Poppins"/>
                        </a:rPr>
                        <a:t>São Paulo, SP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accent6"/>
                          </a:solidFill>
                          <a:latin typeface="Poppins"/>
                          <a:ea typeface="Poppins"/>
                          <a:cs typeface="Poppins"/>
                        </a:rPr>
                        <a:t>Destino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latin typeface="Poppins"/>
                          <a:ea typeface="Poppins"/>
                          <a:cs typeface="Poppins"/>
                        </a:rPr>
                        <a:t>Rio Branco, AC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7" name="Google Shape;5129;p69">
            <a:extLst xmlns:a="http://schemas.openxmlformats.org/drawingml/2006/main">
              <a:ext uri="{FF2B5EF4-FFF2-40B4-BE49-F238E27FC236}">
                <a16:creationId xmlns:a16="http://schemas.microsoft.com/office/drawing/2014/main" id="{2F0EDB96-4576-B6C0-F0A6-E8E0522A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6586" y="4000835"/>
            <a:ext cx="160411" cy="99295"/>
          </a:xfrm>
          <a:custGeom xmlns:a="http://schemas.openxmlformats.org/drawingml/2006/main">
            <a:rect l="l" t="t" r="r" b="b"/>
            <a:pathLst>
              <a:path w="9113" h="5641">
                <a:moveTo>
                  <a:pt x="4066" y="0"/>
                </a:moveTo>
                <a:cubicBezTo>
                  <a:pt x="2283" y="3"/>
                  <a:pt x="675" y="1081"/>
                  <a:pt x="0" y="2731"/>
                </a:cubicBezTo>
                <a:cubicBezTo>
                  <a:pt x="1527" y="2939"/>
                  <a:pt x="2912" y="3734"/>
                  <a:pt x="3861" y="4948"/>
                </a:cubicBezTo>
                <a:cubicBezTo>
                  <a:pt x="4331" y="4823"/>
                  <a:pt x="4810" y="4761"/>
                  <a:pt x="5287" y="4761"/>
                </a:cubicBezTo>
                <a:cubicBezTo>
                  <a:pt x="6338" y="4761"/>
                  <a:pt x="7378" y="5060"/>
                  <a:pt x="8281" y="5640"/>
                </a:cubicBezTo>
                <a:cubicBezTo>
                  <a:pt x="9112" y="2825"/>
                  <a:pt x="7002" y="0"/>
                  <a:pt x="4069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5130;p69">
            <a:extLst xmlns:a="http://schemas.openxmlformats.org/drawingml/2006/main">
              <a:ext uri="{FF2B5EF4-FFF2-40B4-BE49-F238E27FC236}">
                <a16:creationId xmlns:a16="http://schemas.microsoft.com/office/drawing/2014/main" id="{31E0EE52-FFE0-A870-A7F7-88A92691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1264" y="4065225"/>
            <a:ext cx="339253" cy="204259"/>
          </a:xfrm>
          <a:custGeom xmlns:a="http://schemas.openxmlformats.org/drawingml/2006/main">
            <a:rect l="l" t="t" r="r" b="b"/>
            <a:pathLst>
              <a:path w="19273" h="11604">
                <a:moveTo>
                  <a:pt x="8620" y="1"/>
                </a:moveTo>
                <a:cubicBezTo>
                  <a:pt x="8610" y="1"/>
                  <a:pt x="8599" y="1"/>
                  <a:pt x="8588" y="1"/>
                </a:cubicBezTo>
                <a:cubicBezTo>
                  <a:pt x="7468" y="4"/>
                  <a:pt x="6384" y="407"/>
                  <a:pt x="5535" y="1139"/>
                </a:cubicBezTo>
                <a:cubicBezTo>
                  <a:pt x="4818" y="1756"/>
                  <a:pt x="4288" y="2563"/>
                  <a:pt x="4005" y="3470"/>
                </a:cubicBezTo>
                <a:lnTo>
                  <a:pt x="3891" y="3470"/>
                </a:lnTo>
                <a:cubicBezTo>
                  <a:pt x="1747" y="3470"/>
                  <a:pt x="0" y="5295"/>
                  <a:pt x="0" y="7538"/>
                </a:cubicBezTo>
                <a:cubicBezTo>
                  <a:pt x="0" y="9781"/>
                  <a:pt x="1744" y="11603"/>
                  <a:pt x="3891" y="11603"/>
                </a:cubicBezTo>
                <a:lnTo>
                  <a:pt x="14798" y="11603"/>
                </a:lnTo>
                <a:cubicBezTo>
                  <a:pt x="17264" y="11603"/>
                  <a:pt x="19272" y="9504"/>
                  <a:pt x="19272" y="6924"/>
                </a:cubicBezTo>
                <a:cubicBezTo>
                  <a:pt x="19272" y="6044"/>
                  <a:pt x="19034" y="5180"/>
                  <a:pt x="18583" y="4427"/>
                </a:cubicBezTo>
                <a:cubicBezTo>
                  <a:pt x="18152" y="3705"/>
                  <a:pt x="17529" y="3118"/>
                  <a:pt x="16782" y="2726"/>
                </a:cubicBezTo>
                <a:cubicBezTo>
                  <a:pt x="16161" y="2403"/>
                  <a:pt x="15480" y="2241"/>
                  <a:pt x="14799" y="2241"/>
                </a:cubicBezTo>
                <a:cubicBezTo>
                  <a:pt x="14135" y="2241"/>
                  <a:pt x="13471" y="2394"/>
                  <a:pt x="12861" y="2702"/>
                </a:cubicBezTo>
                <a:cubicBezTo>
                  <a:pt x="12232" y="1443"/>
                  <a:pt x="11118" y="513"/>
                  <a:pt x="9784" y="157"/>
                </a:cubicBezTo>
                <a:cubicBezTo>
                  <a:pt x="9403" y="55"/>
                  <a:pt x="9013" y="1"/>
                  <a:pt x="8620" y="1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384" name="Conector de Seta Reta 9"/>
          <p:cNvCxnSpPr>
            <a:stCxn xmlns:a="http://schemas.openxmlformats.org/drawingml/2006/main" id="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3026934" y="4369790"/>
            <a:ext cx="788580" cy="445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966737F7-D1AA-C899-54FA-3C17FE9A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514" y="4190997"/>
            <a:ext cx="1615898" cy="357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OpenRouteService</a:t>
            </a:r>
          </a:p>
        </p:txBody>
      </p:sp>
      <p:cxnSp>
        <p:nvCxnSpPr>
          <p:cNvPr id="386" name="Conector de Seta Reta 16"/>
          <p:cNvCxnSpPr>
            <a:stCxn xmlns:a="http://schemas.openxmlformats.org/drawingml/2006/main" id="1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5431412" y="4367827"/>
            <a:ext cx="766718" cy="196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graphicFrame>
        <p:nvGraphicFramePr>
          <p:cNvPr id="387" name="Google Shape;336;p36"/>
          <p:cNvGraphicFramePr/>
          <p:nvPr/>
        </p:nvGraphicFramePr>
        <p:xfrm>
          <a:off xmlns:a="http://schemas.openxmlformats.org/drawingml/2006/main" x="6198130" y="4011913"/>
          <a:ext xmlns:a="http://schemas.openxmlformats.org/drawingml/2006/main" cx="1288470" cy="711828"/>
        </p:xfrm>
        <a:graphic xmlns:a="http://schemas.openxmlformats.org/drawingml/2006/main">
          <a:graphicData uri="http://schemas.openxmlformats.org/drawingml/2006/table">
            <a:tbl>
              <a:tblPr>
                <a:tableStyleId>{F3E31DBF-9C51-4A74-9153-B9460B38124B}</a:tableStyleId>
              </a:tblPr>
              <a:tblGrid>
                <a:gridCol w="1288470"/>
              </a:tblGrid>
              <a:tr h="355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accent6"/>
                          </a:solidFill>
                          <a:latin typeface="Poppins"/>
                          <a:ea typeface="Poppins"/>
                          <a:cs typeface="Poppins"/>
                        </a:rPr>
                        <a:t>Distância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</a:tr>
              <a:tr h="355914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sz="1200" b="0">
                          <a:latin typeface="Poppins"/>
                          <a:ea typeface="Poppins"/>
                          <a:cs typeface="Poppins"/>
                        </a:rPr>
                        <a:t>3.491,43 km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pic>
        <p:nvPicPr>
          <p:cNvPr id="388" name="Imagem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24eaf88644f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8180" y="243173"/>
            <a:ext cx="3099058" cy="2157084"/>
          </a:xfrm>
          <a:prstGeom xmlns:a="http://schemas.openxmlformats.org/drawingml/2006/main" prst="rect">
            <a:avLst/>
          </a:prstGeom>
        </p:spPr>
      </p:pic>
      <p:sp>
        <p:nvSpPr>
          <p:cNvPr id="2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3130057A-CA14-ADB8-8A7D-AE816D66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180" y="0"/>
            <a:ext cx="3099058" cy="236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SzPts val="1100"/>
              <a:buFont typeface="Arial"/>
              <a:buNone/>
            </a:pPr>
            <a:r>
              <a:rPr sz="900" i="1">
                <a:latin typeface="Poppins"/>
                <a:ea typeface="Poppins"/>
                <a:cs typeface="Poppins"/>
              </a:rPr>
              <a:t>Fonte para comparação: Google Maps</a:t>
            </a:r>
          </a:p>
        </p:txBody>
      </p:sp>
    </p:spTree>
    <p:extLst>
      <p:ext uri="{BB962C8B-B14F-4D97-AF65-F5344CB8AC3E}">
        <p14:creationId xmlns:p14="http://schemas.microsoft.com/office/powerpoint/2010/main" val="35446453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3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5A53E0E0-F105-6832-637F-06FA86FED0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888777"/>
            <a:ext cx="9144000" cy="104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4.068,28 kg CO₂e</a:t>
            </a:r>
          </a:p>
        </p:txBody>
      </p:sp>
      <p:sp>
        <p:nvSpPr>
          <p:cNvPr id="484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10BD961C-884E-C2D8-AD80-F269D5B246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0" y="1932477"/>
            <a:ext cx="9144000" cy="43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Emissões operacionais TTW na alternativa rodoviária direta</a:t>
            </a:r>
          </a:p>
        </p:txBody>
      </p:sp>
      <p:sp>
        <p:nvSpPr>
          <p:cNvPr id="2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C8023766-BB7C-9245-8823-FF05C117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79924"/>
            <a:ext cx="9144000" cy="10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6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t>R$ 12.318,68</a:t>
            </a:r>
          </a:p>
        </p:txBody>
      </p:sp>
      <p:sp>
        <p:nvSpPr>
          <p:cNvPr id="3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979A3F84-A0F4-8630-684C-D8CACCBD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23624"/>
            <a:ext cx="91440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4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t>Custo modelado do combustível na alternativa rodoviária direta</a:t>
            </a:r>
          </a:p>
        </p:txBody>
      </p:sp>
    </p:spTree>
    <p:extLst>
      <p:ext uri="{BB962C8B-B14F-4D97-AF65-F5344CB8AC3E}">
        <p14:creationId xmlns:p14="http://schemas.microsoft.com/office/powerpoint/2010/main" val="28580469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9" name="Google Shape;329;p35">
            <a:extLst xmlns:a="http://schemas.openxmlformats.org/drawingml/2006/main">
              <a:ext uri="{FF2B5EF4-FFF2-40B4-BE49-F238E27FC236}">
                <a16:creationId xmlns:a16="http://schemas.microsoft.com/office/drawing/2014/main" id="{EFE7F7D2-921F-FB5C-0BE3-0E92E4EBEA4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72300" y="1482800"/>
            <a:ext cx="7199400" cy="14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Alternativa B: Multimodal</a:t>
            </a:r>
          </a:p>
        </p:txBody>
      </p:sp>
      <p:sp>
        <p:nvSpPr>
          <p:cNvPr id="330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0570BF8F-EECA-65FE-7238-50380D3099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2300" y="3239202"/>
            <a:ext cx="7199400" cy="42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Integração entre trechos rodoviários e transporte por cabotagem</a:t>
            </a:r>
          </a:p>
        </p:txBody>
      </p:sp>
    </p:spTree>
    <p:extLst>
      <p:ext uri="{BB962C8B-B14F-4D97-AF65-F5344CB8AC3E}">
        <p14:creationId xmlns:p14="http://schemas.microsoft.com/office/powerpoint/2010/main" val="353393700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ABD2B0DD-BDB1-6975-ACAA-9BB9D1E499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Seleção de portos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4902A740-86AA-99D6-F3C9-97CF36F313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207764" cy="27541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A partir das coordenadas da origem e do destino, o sistema compara sua posição com a geolocalização dos portos brasileiros atendidos por rotas de cabotagem conteinerizada.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r>
              <a:rPr sz="1100" b="1"/>
              <a:t>Origem - São Paulo, SP: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1100"/>
              <a:t>Porto selecionado: </a:t>
            </a:r>
            <a:r>
              <a:rPr sz="1100" b="1"/>
              <a:t>Porto de Santos</a:t>
            </a:r>
            <a:r>
              <a:rPr sz="1100"/>
              <a:t> 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1100"/>
              <a:t>Distância geográfica: </a:t>
            </a:r>
            <a:r>
              <a:rPr sz="1100" b="1"/>
              <a:t>59,60 km</a:t>
            </a:r>
            <a:r>
              <a:rPr sz="1100"/>
              <a:t> </a:t>
            </a:r>
          </a:p>
          <a:p xmlns:a="http://schemas.openxmlformats.org/drawingml/2006/main"/>
          <a:p xmlns:a="http://schemas.openxmlformats.org/drawingml/2006/main">
            <a:r>
              <a:rPr sz="1100" b="1"/>
              <a:t>Destino - Rio Branco, AC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1100"/>
              <a:t>Porto selecionado: </a:t>
            </a:r>
            <a:r>
              <a:rPr sz="1100" b="1"/>
              <a:t>Porto de Manaus</a:t>
            </a:r>
            <a:r>
              <a:rPr sz="1100"/>
              <a:t> 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1100"/>
              <a:t>Distância geográfica: </a:t>
            </a:r>
            <a:r>
              <a:rPr sz="1100" b="1"/>
              <a:t>1.149,57 km</a:t>
            </a:r>
            <a:r>
              <a:rPr sz="1100"/>
              <a:t> 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F4C3094B-2E25-BA11-F159-05030D0E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Escolha dos portos de embarque e desembarque da carga</a:t>
            </a:r>
          </a:p>
        </p:txBody>
      </p:sp>
      <p:sp>
        <p:nvSpPr>
          <p:cNvPr id="17" name="Chave Esquerda 16">
            <a:extLst xmlns:a="http://schemas.openxmlformats.org/drawingml/2006/main">
              <a:ext uri="{FF2B5EF4-FFF2-40B4-BE49-F238E27FC236}">
                <a16:creationId xmlns:a16="http://schemas.microsoft.com/office/drawing/2014/main" id="{6CBBE765-9790-E86D-55C8-BB79A777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009" y="1555020"/>
            <a:ext cx="318654" cy="3210944"/>
          </a:xfrm>
          <a:prstGeom xmlns:a="http://schemas.openxmlformats.org/drawingml/2006/main" prst="leftBrace">
            <a:avLst/>
          </a:prstGeom>
          <a:ln xmlns:a="http://schemas.openxmlformats.org/drawingml/2006/main" w="28575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E3FD0E88-6DCC-BB3A-57FB-EF8D119E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072" y="1555020"/>
            <a:ext cx="3616473" cy="292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100"/>
              <a:t>Assim como na alternativa rodoviária direta, as coordenadas dos portos de origem e de destino são utilizadas para calcular as duas pernas rodoviárias da alternativa multimodal.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r>
              <a:rPr sz="1100" b="1"/>
              <a:t>Origem até o porto de embarque</a:t>
            </a:r>
          </a:p>
          <a:p xmlns:a="http://schemas.openxmlformats.org/drawingml/2006/main">
            <a:r>
              <a:rPr sz="1100" b="1"/>
              <a:t>São Paulo → Porto de Santos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1100"/>
              <a:t>Distância rodoviária (ORS): 86,170 km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1100"/>
              <a:t>Consumo de diesel: 37,465 L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1100"/>
              <a:t>Emissões TTW: 100,41 kg CO₂e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1100"/>
              <a:t>Custo modelado: R$ 260,76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/>
            </a:r>
          </a:p>
          <a:p xmlns:a="http://schemas.openxmlformats.org/drawingml/2006/main">
            <a:r>
              <a:rPr sz="1100" b="1"/>
              <a:t>Porto de desembarque até o destino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1100" b="1"/>
              <a:t>Porto de Manaus → Rio Branco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1100"/>
              <a:t>Distância rodoviária (ORS): 1.403,691 km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1100"/>
              <a:t>Consumo de diesel: 610,300 L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1100"/>
              <a:t>Emissões TTW: 1.635,60 kg CO₂e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1100"/>
              <a:t>Custo modelado: R$ 5.041,08</a:t>
            </a:r>
          </a:p>
        </p:txBody>
      </p:sp>
    </p:spTree>
    <p:extLst>
      <p:ext uri="{BB962C8B-B14F-4D97-AF65-F5344CB8AC3E}">
        <p14:creationId xmlns:p14="http://schemas.microsoft.com/office/powerpoint/2010/main" val="22241895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C8A75B6E-2731-5702-4908-D2F72B3D85A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1112200"/>
            <a:ext cx="6927710" cy="3611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SzPts val="1100"/>
              <a:buNone/>
            </a:pPr>
            <a:r>
              <a:t>Os dados de intensidade de consumo marítimo provêm do EU MRV (European Union Monitoring, Reporting and Verification) e são associados por IMO ou, nos casos documentados, por referência de tipo de navio.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Combustível (kg) = intensidade (g/(t·nm)) × carga (t) × distância (nm) / 1.000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Para Santos → Manaus, a intensidade representativa de 9,009824 g/(t·nm) e a distância representativa de 3.291,023 nm resultam em 415,122 kg de VLSFO para a carga de 14 t. Com o fator TTW de 3,114 kg CO₂e/kg, as emissões são 1.292,69 kg CO₂e.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A cotação de 18 jul. 2026 é US$ 741,50/t. Com USD/BRL de 5,141345, o valor convertido é R$ 3.812,31/t (R$ 3,812/kg), produzindo custo modelado marítimo de R$ 1.582,57.</a:t>
            </a:r>
          </a:p>
        </p:txBody>
      </p:sp>
      <p:sp>
        <p:nvSpPr>
          <p:cNvPr id="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481E430A-729C-2293-E527-2F6B5162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539500"/>
            <a:ext cx="7468036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rPr sz="2800"/>
              <a:t>Consumo, emissões e custo marítimo</a:t>
            </a:r>
          </a:p>
        </p:txBody>
      </p:sp>
    </p:spTree>
    <p:extLst>
      <p:ext uri="{BB962C8B-B14F-4D97-AF65-F5344CB8AC3E}">
        <p14:creationId xmlns:p14="http://schemas.microsoft.com/office/powerpoint/2010/main" val="314893759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Emissões portuárias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As operações portuárias contabilizadas representam o consumo de diesel associado à movimentação do contêiner nos terminais. O cálculo considera movimentos de RTGs e caminhões internos, multiplicados pelos respectivos fatores de consumo. Os parâmetros são proxies de terminal e permanecem explícitos no modelo.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r>
              <a:rPr sz="1100" b="1"/>
              <a:t>Operações portuárias contabilizadas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1100"/>
              <a:t>Consumo de diesel: 4,820 L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1100"/>
              <a:t>Emissões operacionais TTW: 12,92 kg CO₂e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sz="1100"/>
              <a:t>Custo modelado: R$ 34,25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O </a:t>
            </a:r>
            <a:r>
              <a:rPr sz="1100" i="1"/>
              <a:t>hoteling</a:t>
            </a:r>
            <a:r>
              <a:rPr sz="1100"/>
              <a:t> é o consumo do navio enquanto permanece atracado, mantendo motores auxiliares e sistemas de bordo em funcionamento. O conceito é baseado em estudos de emissões em berço; o tempo de permanência é obtido nos dados de atracação da </a:t>
            </a:r>
            <a:r>
              <a:rPr sz="1100" b="1"/>
              <a:t>ANTAQ</a:t>
            </a:r>
            <a:r>
              <a:rPr sz="1100"/>
              <a:t>, e o consumo é estimado pela multiplicação desse tempo pela taxa horária dos motores auxiliares.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pt-BR" sz="1100" i="1">
                      <a:latin typeface="Cambria Math"/>
                      <a:ea typeface="Cambria Math"/>
                      <a:cs typeface="Cambria Math"/>
                    </a:rPr>
                    <m:t>𝐶𝑜𝑚𝑏𝑢𝑠𝑡</m:t>
                  </m:r>
                  <m:r>
                    <a:rPr xmlns:a="http://schemas.openxmlformats.org/drawingml/2006/main" lang="pt-BR" sz="1100" i="1">
                      <a:latin typeface="Cambria Math"/>
                      <a:ea typeface="Cambria Math"/>
                      <a:cs typeface="Cambria Math"/>
                    </a:rPr>
                    <m:t>í</m:t>
                  </m:r>
                  <m:r>
                    <a:rPr xmlns:a="http://schemas.openxmlformats.org/drawingml/2006/main" lang="pt-BR" sz="1100" i="1">
                      <a:latin typeface="Cambria Math"/>
                      <a:ea typeface="Cambria Math"/>
                      <a:cs typeface="Cambria Math"/>
                    </a:rPr>
                    <m:t>𝑣𝑒</m:t>
                  </m:r>
                  <m:sSub>
                    <m:e>
                      <m:r>
                        <a:rPr xmlns:a="http://schemas.openxmlformats.org/drawingml/2006/main" lang="pt-BR" sz="1100" i="1">
                          <a:latin typeface="Cambria Math"/>
                          <a:ea typeface="Cambria Math"/>
                          <a:cs typeface="Cambria Math"/>
                        </a:rPr>
                        <m:t>𝑙</m:t>
                      </m:r>
                    </m:e>
                    <m:sub>
                      <m:r>
                        <a:rPr xmlns:a="http://schemas.openxmlformats.org/drawingml/2006/main" lang="pt-BR" sz="1100" i="1">
                          <a:latin typeface="Cambria Math"/>
                          <a:ea typeface="Cambria Math"/>
                          <a:cs typeface="Cambria Math"/>
                        </a:rPr>
                        <m:t>h𝑜𝑡𝑒𝑙𝑖𝑛𝑔</m:t>
                      </m:r>
                    </m:sub>
                  </m:sSub>
                  <m:r>
                    <a:rPr xmlns:a="http://schemas.openxmlformats.org/drawingml/2006/main" lang="pt-BR" sz="1100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pt-BR" sz="1100" i="1">
                      <a:latin typeface="Cambria Math"/>
                      <a:ea typeface="Cambria Math"/>
                      <a:cs typeface="Cambria Math"/>
                    </a:rPr>
                    <m:t>𝑇𝑒𝑚𝑝</m:t>
                  </m:r>
                  <m:sSub>
                    <m:e>
                      <m:r>
                        <a:rPr xmlns:a="http://schemas.openxmlformats.org/drawingml/2006/main" lang="pt-BR" sz="1100" i="1">
                          <a:latin typeface="Cambria Math"/>
                          <a:ea typeface="Cambria Math"/>
                          <a:cs typeface="Cambria Math"/>
                        </a:rPr>
                        <m:t>𝑜</m:t>
                      </m:r>
                    </m:e>
                    <m:sub>
                      <m:r>
                        <a:rPr xmlns:a="http://schemas.openxmlformats.org/drawingml/2006/main" lang="pt-BR" sz="1100" i="1">
                          <a:latin typeface="Cambria Math"/>
                          <a:ea typeface="Cambria Math"/>
                          <a:cs typeface="Cambria Math"/>
                        </a:rPr>
                        <m:t>𝑎𝑡𝑟𝑎𝑐𝑎𝑑𝑜</m:t>
                      </m:r>
                    </m:sub>
                  </m:sSub>
                  <m:r>
                    <a:rPr xmlns:a="http://schemas.openxmlformats.org/drawingml/2006/main" lang="pt-BR" sz="1100" i="1">
                      <a:latin typeface="Cambria Math"/>
                      <a:ea typeface="Cambria Math"/>
                      <a:cs typeface="Cambria Math"/>
                    </a:rPr>
                    <m:t>×</m:t>
                  </m:r>
                  <m:r>
                    <a:rPr xmlns:a="http://schemas.openxmlformats.org/drawingml/2006/main" lang="pt-BR" sz="1100" i="1">
                      <a:latin typeface="Cambria Math"/>
                      <a:ea typeface="Cambria Math"/>
                      <a:cs typeface="Cambria Math"/>
                    </a:rPr>
                    <m:t>𝐶𝑜𝑛𝑠𝑢𝑚</m:t>
                  </m:r>
                  <m:sSub>
                    <m:e>
                      <m:r>
                        <a:rPr xmlns:a="http://schemas.openxmlformats.org/drawingml/2006/main" lang="pt-BR" sz="1100" i="1">
                          <a:latin typeface="Cambria Math"/>
                          <a:ea typeface="Cambria Math"/>
                          <a:cs typeface="Cambria Math"/>
                        </a:rPr>
                        <m:t>𝑜</m:t>
                      </m:r>
                    </m:e>
                    <m:sub>
                      <m:r>
                        <a:rPr xmlns:a="http://schemas.openxmlformats.org/drawingml/2006/main" lang="pt-BR" sz="1100" i="1">
                          <a:latin typeface="Cambria Math"/>
                          <a:ea typeface="Cambria Math"/>
                          <a:cs typeface="Cambria Math"/>
                        </a:rPr>
                        <m:t>h𝑜𝑟</m:t>
                      </m:r>
                      <m:r>
                        <a:rPr xmlns:a="http://schemas.openxmlformats.org/drawingml/2006/main" lang="pt-BR" sz="1100" i="1">
                          <a:latin typeface="Cambria Math"/>
                          <a:ea typeface="Cambria Math"/>
                          <a:cs typeface="Cambria Math"/>
                        </a:rPr>
                        <m:t>á</m:t>
                      </m:r>
                      <m:r>
                        <a:rPr xmlns:a="http://schemas.openxmlformats.org/drawingml/2006/main" lang="pt-BR" sz="1100" i="1">
                          <a:latin typeface="Cambria Math"/>
                          <a:ea typeface="Cambria Math"/>
                          <a:cs typeface="Cambria Math"/>
                        </a:rPr>
                        <m:t>𝑟𝑖𝑜</m:t>
                      </m:r>
                    </m:sub>
                  </m:sSub>
                </m:oMath>
              </m:oMathPara>
            </a14:m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100"/>
              <a:t>Neste cenário, o </a:t>
            </a:r>
            <a:r>
              <a:rPr sz="1100"/>
              <a:t>hoteling</a:t>
            </a:r>
            <a:r>
              <a:rPr sz="1100"/>
              <a:t> </a:t>
            </a:r>
            <a:r>
              <a:rPr sz="1100" b="1"/>
              <a:t>não é adicionado separadamente</a:t>
            </a:r>
            <a:r>
              <a:rPr sz="1100"/>
              <a:t>, pois a intensidade operacional do </a:t>
            </a:r>
            <a:r>
              <a:rPr sz="1100" b="1"/>
              <a:t>EU MRV</a:t>
            </a:r>
            <a:r>
              <a:rPr sz="1100"/>
              <a:t> já é tratada pelo modelo como abrangente, evitando dupla contagem.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Operações portuárias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Hoteling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Consumo de combustível nos portos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Google Shape;344;p37">
            <a:extLst xmlns:a="http://schemas.openxmlformats.org/drawingml/2006/main">
              <a:ext uri="{FF2B5EF4-FFF2-40B4-BE49-F238E27FC236}">
                <a16:creationId xmlns:a16="http://schemas.microsoft.com/office/drawing/2014/main" id="{5962414B-C2D9-4C7F-95E3-D42E1587A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3200"/>
              <a:t>Consumo na perna marítima</a:t>
            </a:r>
          </a:p>
        </p:txBody>
      </p:sp>
      <p:sp>
        <p:nvSpPr>
          <p:cNvPr id="345" name="Google Shape;345;p37">
            <a:extLst xmlns:a="http://schemas.openxmlformats.org/drawingml/2006/main">
              <a:ext uri="{FF2B5EF4-FFF2-40B4-BE49-F238E27FC236}">
                <a16:creationId xmlns:a16="http://schemas.microsoft.com/office/drawing/2014/main" id="{F364FA78-5AA4-4DA6-B942-049693002DC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</a:p>
        </p:txBody>
      </p:sp>
      <p:sp>
        <p:nvSpPr>
          <p:cNvPr id="346" name="Google Shape;346;p37">
            <a:extLst xmlns:a="http://schemas.openxmlformats.org/drawingml/2006/main">
              <a:ext uri="{FF2B5EF4-FFF2-40B4-BE49-F238E27FC236}">
                <a16:creationId xmlns:a16="http://schemas.microsoft.com/office/drawing/2014/main" id="{B58ED678-2956-4C50-A3AE-175903EF4AC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</a:p>
        </p:txBody>
      </p:sp>
      <p:sp>
        <p:nvSpPr>
          <p:cNvPr id="347" name="Google Shape;347;p37">
            <a:extLst xmlns:a="http://schemas.openxmlformats.org/drawingml/2006/main">
              <a:ext uri="{FF2B5EF4-FFF2-40B4-BE49-F238E27FC236}">
                <a16:creationId xmlns:a16="http://schemas.microsoft.com/office/drawing/2014/main" id="{2FA86716-A5BB-4EB8-9C2B-10F8041D454B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</a:p>
        </p:txBody>
      </p:sp>
      <p:sp>
        <p:nvSpPr>
          <p:cNvPr id="348" name="Google Shape;348;p37">
            <a:extLst xmlns:a="http://schemas.openxmlformats.org/drawingml/2006/main">
              <a:ext uri="{FF2B5EF4-FFF2-40B4-BE49-F238E27FC236}">
                <a16:creationId xmlns:a16="http://schemas.microsoft.com/office/drawing/2014/main" id="{8A557855-B686-4C16-B337-60C4E399C2D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05</a:t>
            </a:r>
          </a:p>
        </p:txBody>
      </p:sp>
      <p:sp>
        <p:nvSpPr>
          <p:cNvPr id="349" name="Google Shape;349;p37">
            <a:extLst xmlns:a="http://schemas.openxmlformats.org/drawingml/2006/main">
              <a:ext uri="{FF2B5EF4-FFF2-40B4-BE49-F238E27FC236}">
                <a16:creationId xmlns:a16="http://schemas.microsoft.com/office/drawing/2014/main" id="{36C114BA-E559-4613-ADBD-B8A661D6F9A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</a:p>
        </p:txBody>
      </p:sp>
      <p:sp>
        <p:nvSpPr>
          <p:cNvPr id="350" name="Google Shape;350;p37">
            <a:extLst xmlns:a="http://schemas.openxmlformats.org/drawingml/2006/main">
              <a:ext uri="{FF2B5EF4-FFF2-40B4-BE49-F238E27FC236}">
                <a16:creationId xmlns:a16="http://schemas.microsoft.com/office/drawing/2014/main" id="{834C0D30-6C27-4325-9D66-A907FD934D2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351" name="Google Shape;351;p37">
            <a:extLst xmlns:a="http://schemas.openxmlformats.org/drawingml/2006/main">
              <a:ext uri="{FF2B5EF4-FFF2-40B4-BE49-F238E27FC236}">
                <a16:creationId xmlns:a16="http://schemas.microsoft.com/office/drawing/2014/main" id="{B1D71BA6-5645-4EC8-8CDD-4B577B02D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Recortes de viagem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ANTAQ</a:t>
            </a:r>
          </a:p>
        </p:txBody>
      </p:sp>
      <p:sp>
        <p:nvSpPr>
          <p:cNvPr id="352" name="Google Shape;352;p37">
            <a:extLst xmlns:a="http://schemas.openxmlformats.org/drawingml/2006/main">
              <a:ext uri="{FF2B5EF4-FFF2-40B4-BE49-F238E27FC236}">
                <a16:creationId xmlns:a16="http://schemas.microsoft.com/office/drawing/2014/main" id="{EAE83982-69DD-4DC3-9614-49A7DAB912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Carga por trecho</a:t>
            </a:r>
          </a:p>
        </p:txBody>
      </p:sp>
      <p:sp>
        <p:nvSpPr>
          <p:cNvPr id="353" name="Google Shape;353;p37">
            <a:extLst xmlns:a="http://schemas.openxmlformats.org/drawingml/2006/main">
              <a:ext uri="{FF2B5EF4-FFF2-40B4-BE49-F238E27FC236}">
                <a16:creationId xmlns:a16="http://schemas.microsoft.com/office/drawing/2014/main" id="{5DDD4F99-38D3-4A01-A77C-1B7D02D23A6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Trabalho de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transporte</a:t>
            </a:r>
          </a:p>
        </p:txBody>
      </p:sp>
      <p:sp>
        <p:nvSpPr>
          <p:cNvPr id="354" name="Google Shape;354;p37">
            <a:extLst xmlns:a="http://schemas.openxmlformats.org/drawingml/2006/main">
              <a:ext uri="{FF2B5EF4-FFF2-40B4-BE49-F238E27FC236}">
                <a16:creationId xmlns:a16="http://schemas.microsoft.com/office/drawing/2014/main" id="{E700F96C-E19F-4E48-80E5-EB1C3876A61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Intensidade por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IMO ou tipo</a:t>
            </a:r>
          </a:p>
        </p:txBody>
      </p:sp>
      <p:sp>
        <p:nvSpPr>
          <p:cNvPr id="355" name="Google Shape;355;p37">
            <a:extLst xmlns:a="http://schemas.openxmlformats.org/drawingml/2006/main">
              <a:ext uri="{FF2B5EF4-FFF2-40B4-BE49-F238E27FC236}">
                <a16:creationId xmlns:a16="http://schemas.microsoft.com/office/drawing/2014/main" id="{DBAAC547-1B82-41C3-9AAA-1863E91C42E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Filtro P95 e média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ponderada</a:t>
            </a:r>
          </a:p>
        </p:txBody>
      </p:sp>
      <p:sp>
        <p:nvSpPr>
          <p:cNvPr id="356" name="Google Shape;356;p37">
            <a:extLst xmlns:a="http://schemas.openxmlformats.org/drawingml/2006/main">
              <a:ext uri="{FF2B5EF4-FFF2-40B4-BE49-F238E27FC236}">
                <a16:creationId xmlns:a16="http://schemas.microsoft.com/office/drawing/2014/main" id="{3B41B50D-90F4-4C06-B1E3-845ACE2C035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Consumo, custo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 TTW</a:t>
            </a:r>
          </a:p>
        </p:txBody>
      </p:sp>
      <p:pic>
        <p:nvPicPr>
          <p:cNvPr id="371" name="Google Shape;35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f8d429c66497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3712050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83FF82B-5B3B-294F-2915-E8F0F6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13764"/>
            <a:ext cx="7704000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0" i="1"/>
              <a:t>Passo a passo para o cálculo do consumo de combustível na perna marítima </a:t>
            </a:r>
          </a:p>
        </p:txBody>
      </p:sp>
    </p:spTree>
    <p:extLst>
      <p:ext uri="{BB962C8B-B14F-4D97-AF65-F5344CB8AC3E}">
        <p14:creationId xmlns:p14="http://schemas.microsoft.com/office/powerpoint/2010/main" val="109631589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ítulo 5">
            <a:extLst xmlns:a="http://schemas.openxmlformats.org/drawingml/2006/main">
              <a:ext uri="{FF2B5EF4-FFF2-40B4-BE49-F238E27FC236}">
                <a16:creationId xmlns:a16="http://schemas.microsoft.com/office/drawing/2014/main" id="{143373FB-FEF6-6C40-484D-6EA118157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Análise de dados de navegação</a:t>
            </a:r>
          </a:p>
        </p:txBody>
      </p:sp>
      <p:sp>
        <p:nvSpPr>
          <p:cNvPr id="7" name="Subtítulo 6">
            <a:extLst xmlns:a="http://schemas.openxmlformats.org/drawingml/2006/main">
              <a:ext uri="{FF2B5EF4-FFF2-40B4-BE49-F238E27FC236}">
                <a16:creationId xmlns:a16="http://schemas.microsoft.com/office/drawing/2014/main" id="{9A6C8322-8023-4406-8599-23B64BC1B0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429886"/>
            <a:ext cx="3549600" cy="31741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Objetivo:</a:t>
            </a:r>
            <a:r>
              <a:t> usar os dados da ANTAQ para reconstruir, por </a:t>
            </a:r>
            <a:r>
              <a:rPr b="1"/>
              <a:t>IMO</a:t>
            </a:r>
            <a:r>
              <a:t>, quanto de carga cada navio transportava ao longo dos trechos de cabotagem observados</a:t>
            </a:r>
          </a:p>
        </p:txBody>
      </p:sp>
    </p:spTree>
    <p:extLst>
      <p:ext uri="{BB962C8B-B14F-4D97-AF65-F5344CB8AC3E}">
        <p14:creationId xmlns:p14="http://schemas.microsoft.com/office/powerpoint/2010/main" val="57301342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0F2E0901-C393-FA1A-D83B-D96664EE1B2C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9999" y="1112200"/>
            <a:ext cx="7052401" cy="3611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SzPts val="1100"/>
              <a:buNone/>
            </a:pPr>
            <a:r>
              <a:t>A base da ANTAQ permite reconstruir viagens de cabotagem conteinerizada, a carga transportada e os portos consecutivos observados. Cada recorte é associado à intensidade do EU MRV por IMO ou, quando necessário, por referência documentada do tipo de navio.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Para cada corredor, a intensidade é ponderada pelo trabalho de transporte (carga × distância). A distância representativa aplica filtro P95 e ponderação pela carga média.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Santos → Manaus no cenário do trabalho: 89 recortes de viagem e 22 corredores observados; 87 recortes e 20 corredores após P95 de 6.975 km; distância representativa de 6.094,975 km (3.291,023 nm); intensidade representativa de 9,009824 g/(t·nm); consumo de 415,122 kg de VLSFO para 14 t; emissões operacionais TTW de 1.292,69 kg CO₂e.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rPr b="1"/>
              <a:t>Cobertura: 19 fontes por IMO, 49 por tipo sem IMO e 21 por tipo após outlier; 1 subperna Haversine fallback entre 391.</a:t>
            </a:r>
          </a:p>
        </p:txBody>
      </p:sp>
      <p:sp>
        <p:nvSpPr>
          <p:cNvPr id="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68207928-1D51-8633-A3D6-8A9A8174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539500"/>
            <a:ext cx="7468036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rPr sz="2800"/>
              <a:t>Consumo na perna marítima</a:t>
            </a:r>
          </a:p>
        </p:txBody>
      </p:sp>
    </p:spTree>
    <p:extLst>
      <p:ext uri="{BB962C8B-B14F-4D97-AF65-F5344CB8AC3E}">
        <p14:creationId xmlns:p14="http://schemas.microsoft.com/office/powerpoint/2010/main" val="409364118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m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2cba83f8c4568"/>
          <a:stretch xmlns:a="http://schemas.openxmlformats.org/drawingml/2006/main"/>
        </p:blipFill>
        <p:spPr>
          <a:xfrm xmlns:a="http://schemas.openxmlformats.org/drawingml/2006/main">
            <a:off x="1321904" y="800100"/>
            <a:ext cx="6500191" cy="411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681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ráfico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6999e7b4b4568">
            <a:extLst>
              <a:ext uri="{96DAC541-7B7A-43D3-8B79-37D633B846F1}">
                <asvg:svgBlip xmlns:asvg="http://schemas.microsoft.com/office/drawing/2016/SVG/main" r:embed="Rc9ffac458f904c08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838200"/>
            <a:ext cx="8001000" cy="3562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87582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3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379B0F17-9831-4B2F-E16C-8A5ABAD707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888777"/>
            <a:ext cx="9144000" cy="104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3.041,62 kg CO₂e</a:t>
            </a:r>
          </a:p>
        </p:txBody>
      </p:sp>
      <p:sp>
        <p:nvSpPr>
          <p:cNvPr id="484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FF4D0C3B-A4AC-5ACB-4B8C-71369E8743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0" y="1932477"/>
            <a:ext cx="9144000" cy="43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Emissões operacionais TTW (−25,24% vs. rodoviária)</a:t>
            </a:r>
          </a:p>
        </p:txBody>
      </p:sp>
      <p:sp>
        <p:nvSpPr>
          <p:cNvPr id="2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4EA4ADB3-921D-581F-92B6-1DAF9ACC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79924"/>
            <a:ext cx="9144000" cy="10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6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t>R$ 6.918,66</a:t>
            </a:r>
          </a:p>
        </p:txBody>
      </p:sp>
      <p:sp>
        <p:nvSpPr>
          <p:cNvPr id="3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AD30427D-E948-9EFE-F7BC-0603E3F7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23624"/>
            <a:ext cx="91440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4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t>Custo modelado do combustível (−43,84% vs. rodoviária)</a:t>
            </a:r>
          </a:p>
        </p:txBody>
      </p:sp>
    </p:spTree>
    <p:extLst>
      <p:ext uri="{BB962C8B-B14F-4D97-AF65-F5344CB8AC3E}">
        <p14:creationId xmlns:p14="http://schemas.microsoft.com/office/powerpoint/2010/main" val="113187634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9" name="Google Shape;329;p35">
            <a:extLst xmlns:a="http://schemas.openxmlformats.org/drawingml/2006/main">
              <a:ext uri="{FF2B5EF4-FFF2-40B4-BE49-F238E27FC236}">
                <a16:creationId xmlns:a16="http://schemas.microsoft.com/office/drawing/2014/main" id="{5F2E6C02-7C86-1628-836A-012CAFCF214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72300" y="1482800"/>
            <a:ext cx="7199400" cy="14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Mapa de Calor</a:t>
            </a:r>
          </a:p>
        </p:txBody>
      </p:sp>
      <p:sp>
        <p:nvSpPr>
          <p:cNvPr id="330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7A08F5BB-8873-0FF8-7D76-1932A2DB0E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2300" y="3239202"/>
            <a:ext cx="7199400" cy="42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Distribuição espacial do potencial de redução do consumo de combustível</a:t>
            </a:r>
          </a:p>
        </p:txBody>
      </p:sp>
    </p:spTree>
    <p:extLst>
      <p:ext uri="{BB962C8B-B14F-4D97-AF65-F5344CB8AC3E}">
        <p14:creationId xmlns:p14="http://schemas.microsoft.com/office/powerpoint/2010/main" val="254356204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DA8A796-7948-6090-ABFB-D974EAB57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/>
              <a:t>Vantagem da cabotagem por destino</a:t>
            </a:r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4A5F484E-65B3-DEA6-2B8A-07A1AB8BEB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2673" y="2109663"/>
            <a:ext cx="4405352" cy="250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152400" indent="0">
              <a:buNone/>
            </a:pPr>
            <a:r>
              <a:t>Para uma origem fixa — </a:t>
            </a:r>
            <a:r>
              <a:rPr b="1"/>
              <a:t>Avenida Professor Luciano Gualberto, em São Paulo</a:t>
            </a:r>
            <a:r>
              <a:t> — e uma carga de </a:t>
            </a:r>
            <a:r>
              <a:rPr b="1"/>
              <a:t>14 toneladas</a:t>
            </a:r>
            <a:r>
              <a:t>, o pipeline executa a comparação entre as alternativas </a:t>
            </a:r>
            <a:r>
              <a:rPr b="1"/>
              <a:t>rodoviária direta</a:t>
            </a:r>
            <a:r>
              <a:t> e </a:t>
            </a:r>
            <a:r>
              <a:rPr b="1"/>
              <a:t>multimodal</a:t>
            </a:r>
            <a:r>
              <a:t> para uma lista de cidades de destino</a:t>
            </a:r>
            <a:r>
              <a:rPr b="1"/>
              <a:t>.</a:t>
            </a:r>
          </a:p>
          <a:p xmlns:a="http://schemas.openxmlformats.org/drawingml/2006/main">
            <a:pPr marL="152400" indent="0">
              <a:buNone/>
            </a:pPr>
          </a:p>
          <a:p xmlns:a="http://schemas.openxmlformats.org/drawingml/2006/main">
            <a:pPr marL="152400" indent="0">
              <a:buNone/>
            </a:pPr>
            <a:r>
              <a:t>Os resultados são consolidados em um mapa de calor, permitindo visualizar os destinos em que a alternativa multimodal apresenta </a:t>
            </a:r>
            <a:r>
              <a:rPr b="1"/>
              <a:t>menor consumo de combustível</a:t>
            </a:r>
            <a:r>
              <a:t> e aqueles em que o transporte rodoviário direto permanece mais eficiente.</a:t>
            </a:r>
          </a:p>
        </p:txBody>
      </p:sp>
      <p:pic>
        <p:nvPicPr>
          <p:cNvPr id="15" name="Imagem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c3767dd4a47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3608" y="987538"/>
            <a:ext cx="3980392" cy="3817452"/>
          </a:xfrm>
          <a:prstGeom xmlns:a="http://schemas.openxmlformats.org/drawingml/2006/main" prst="rect">
            <a:avLst/>
          </a:prstGeom>
        </p:spPr>
      </p:pic>
      <p:sp>
        <p:nvSpPr>
          <p:cNvPr id="11" name="CaixaDeTexto 10">
            <a:extLst xmlns:a="http://schemas.openxmlformats.org/drawingml/2006/main">
              <a:ext uri="{FF2B5EF4-FFF2-40B4-BE49-F238E27FC236}">
                <a16:creationId xmlns:a16="http://schemas.microsoft.com/office/drawing/2014/main" id="{9A3FB5A9-060D-999A-E3E8-827E0D9B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774" y="525873"/>
            <a:ext cx="325922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00B050"/>
                </a:solidFill>
                <a:latin typeface="Poppins"/>
                <a:ea typeface="Poppins"/>
                <a:cs typeface="Poppins"/>
              </a:rPr>
              <a:t>Verde:</a:t>
            </a:r>
            <a:r>
              <a:rPr sz="800">
                <a:solidFill>
                  <a:srgbClr val="00B05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800">
                <a:latin typeface="Poppins"/>
                <a:ea typeface="Poppins"/>
                <a:cs typeface="Poppins"/>
              </a:rPr>
              <a:t>maior vantagem da alternativa multimodal </a:t>
            </a:r>
          </a:p>
          <a:p xmlns:a="http://schemas.openxmlformats.org/drawingml/2006/main">
            <a:pPr algn="r">
              <a:buNone/>
            </a:pPr>
            <a:r>
              <a:rPr sz="800" b="1">
                <a:solidFill>
                  <a:srgbClr val="FFC000"/>
                </a:solidFill>
                <a:latin typeface="Poppins"/>
                <a:ea typeface="Poppins"/>
                <a:cs typeface="Poppins"/>
              </a:rPr>
              <a:t>Amarelo:</a:t>
            </a:r>
            <a:r>
              <a:rPr sz="800">
                <a:solidFill>
                  <a:srgbClr val="FFC00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800">
                <a:latin typeface="Poppins"/>
                <a:ea typeface="Poppins"/>
                <a:cs typeface="Poppins"/>
              </a:rPr>
              <a:t>resultados semelhantes </a:t>
            </a:r>
          </a:p>
          <a:p xmlns:a="http://schemas.openxmlformats.org/drawingml/2006/main">
            <a:pPr algn="r">
              <a:buNone/>
            </a:pPr>
            <a:r>
              <a:rPr sz="800" b="1">
                <a:solidFill>
                  <a:srgbClr val="FF0000"/>
                </a:solidFill>
                <a:latin typeface="Poppins"/>
                <a:ea typeface="Poppins"/>
                <a:cs typeface="Poppins"/>
              </a:rPr>
              <a:t>Vermelho:</a:t>
            </a:r>
            <a:r>
              <a:rPr sz="800">
                <a:solidFill>
                  <a:srgbClr val="FF000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800">
                <a:latin typeface="Poppins"/>
                <a:ea typeface="Poppins"/>
                <a:cs typeface="Poppins"/>
              </a:rPr>
              <a:t>maior vantagem da alternativa rodoviária direta</a:t>
            </a:r>
          </a:p>
        </p:txBody>
      </p:sp>
    </p:spTree>
    <p:extLst>
      <p:ext uri="{BB962C8B-B14F-4D97-AF65-F5344CB8AC3E}">
        <p14:creationId xmlns:p14="http://schemas.microsoft.com/office/powerpoint/2010/main" val="194767800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9" name="Google Shape;329;p35">
            <a:extLst xmlns:a="http://schemas.openxmlformats.org/drawingml/2006/main">
              <a:ext uri="{FF2B5EF4-FFF2-40B4-BE49-F238E27FC236}">
                <a16:creationId xmlns:a16="http://schemas.microsoft.com/office/drawing/2014/main" id="{2CCD90A2-46E8-74C1-ED26-41A2D20EC4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5550" y="1189100"/>
            <a:ext cx="4872900" cy="1964400"/>
          </a:xfr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Obrigado!</a:t>
            </a:r>
          </a:p>
        </p:txBody>
      </p:sp>
      <p:sp>
        <p:nvSpPr>
          <p:cNvPr id="336" name="Subtitle 2">
            <a:extLst xmlns:a="http://schemas.openxmlformats.org/drawingml/2006/main">
              <a:ext uri="{FF2B5EF4-FFF2-40B4-BE49-F238E27FC236}">
                <a16:creationId xmlns:a16="http://schemas.microsoft.com/office/drawing/2014/main" id="{95E2530D-0A5D-8C7C-FF84-CA82828DE1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35550" y="3153500"/>
            <a:ext cx="4872900" cy="6711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CabotageLens</a:t>
            </a:r>
            <a:r>
              <a:t> </a:t>
            </a:r>
            <a:r>
              <a:t>está</a:t>
            </a:r>
            <a:r>
              <a:t> </a:t>
            </a:r>
            <a:r>
              <a:t>disponível</a:t>
            </a:r>
            <a:r>
              <a:t> </a:t>
            </a:r>
            <a:r>
              <a:t>em</a:t>
            </a:r>
            <a:r>
              <a:t>:</a:t>
            </a:r>
          </a:p>
          <a:p xmlns:a="http://schemas.openxmlformats.org/drawingml/2006/main">
            <a:r>
              <a:rPr>
                <a:hlinkClick xmlns:r="http://schemas.openxmlformats.org/officeDocument/2006/relationships" r:id="Rb687a5d3c1024d43"/>
              </a:rPr>
              <a:t>https://cabotage-lens.streamlit.app/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2952461991"/>
      </p:ext>
    </p:extLst>
  </p:cSld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2026-07-21T23:35:19.6430000Z</dcterms:created>
  <dcterms:modified xsi:type="dcterms:W3CDTF">2026-07-21T23:35:19.6430000Z</dcterms:modified>
</coreProperties>
</file>